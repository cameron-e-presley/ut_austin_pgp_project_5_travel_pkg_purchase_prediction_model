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2" r:id="rId3"/>
    <p:sldId id="303" r:id="rId4"/>
    <p:sldId id="304" r:id="rId5"/>
    <p:sldId id="305" r:id="rId6"/>
    <p:sldId id="306" r:id="rId7"/>
    <p:sldId id="307" r:id="rId8"/>
    <p:sldId id="309" r:id="rId9"/>
    <p:sldId id="308" r:id="rId10"/>
    <p:sldId id="3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9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00"/>
    <p:restoredTop sz="94572"/>
  </p:normalViewPr>
  <p:slideViewPr>
    <p:cSldViewPr snapToGrid="0" snapToObjects="1" showGuides="1">
      <p:cViewPr>
        <p:scale>
          <a:sx n="70" d="100"/>
          <a:sy n="70" d="100"/>
        </p:scale>
        <p:origin x="640" y="880"/>
      </p:cViewPr>
      <p:guideLst>
        <p:guide orient="horz" pos="2160"/>
        <p:guide pos="19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80A720-07BE-4420-AD0E-B3F9BCAF0D5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1B8544F-DE39-44FD-BFE1-F8C97C0B5F72}">
      <dgm:prSet/>
      <dgm:spPr/>
      <dgm:t>
        <a:bodyPr/>
        <a:lstStyle/>
        <a:p>
          <a:r>
            <a:rPr lang="en-US"/>
            <a:t>The Policy Maker of "Visit with Us" tourism company wants to enable and establish a viable business model to expand the customer base.</a:t>
          </a:r>
        </a:p>
      </dgm:t>
    </dgm:pt>
    <dgm:pt modelId="{A370C9F5-C42F-414E-AC70-95443DE9D024}" type="parTrans" cxnId="{79F98F2C-760F-490A-8F90-15D61051605E}">
      <dgm:prSet/>
      <dgm:spPr/>
      <dgm:t>
        <a:bodyPr/>
        <a:lstStyle/>
        <a:p>
          <a:endParaRPr lang="en-US"/>
        </a:p>
      </dgm:t>
    </dgm:pt>
    <dgm:pt modelId="{A1E4CF22-7B49-42E5-8671-2459FD0BE12B}" type="sibTrans" cxnId="{79F98F2C-760F-490A-8F90-15D61051605E}">
      <dgm:prSet/>
      <dgm:spPr/>
      <dgm:t>
        <a:bodyPr/>
        <a:lstStyle/>
        <a:p>
          <a:endParaRPr lang="en-US"/>
        </a:p>
      </dgm:t>
    </dgm:pt>
    <dgm:pt modelId="{063C872C-C8E6-464B-AD0C-29EB666AC382}">
      <dgm:prSet/>
      <dgm:spPr/>
      <dgm:t>
        <a:bodyPr/>
        <a:lstStyle/>
        <a:p>
          <a:r>
            <a:rPr lang="en-US"/>
            <a:t>Currently, there are 5 types of packages the company is offering - Basic, Standard, Deluxe, Super Deluxe, King. Looking at the data of the last year, we observed that 18% of the customers purchased the packages.</a:t>
          </a:r>
        </a:p>
      </dgm:t>
    </dgm:pt>
    <dgm:pt modelId="{4A28E1F4-79C8-48D9-8EC1-F8C9B5DCBECA}" type="parTrans" cxnId="{B90E95FE-149B-4D08-A6CD-F5487A546716}">
      <dgm:prSet/>
      <dgm:spPr/>
      <dgm:t>
        <a:bodyPr/>
        <a:lstStyle/>
        <a:p>
          <a:endParaRPr lang="en-US"/>
        </a:p>
      </dgm:t>
    </dgm:pt>
    <dgm:pt modelId="{66A2CC8C-D626-409E-9FC9-62068575E1D7}" type="sibTrans" cxnId="{B90E95FE-149B-4D08-A6CD-F5487A546716}">
      <dgm:prSet/>
      <dgm:spPr/>
      <dgm:t>
        <a:bodyPr/>
        <a:lstStyle/>
        <a:p>
          <a:endParaRPr lang="en-US"/>
        </a:p>
      </dgm:t>
    </dgm:pt>
    <dgm:pt modelId="{4B291792-7C9A-4B3C-BF63-BF1A33E291FF}">
      <dgm:prSet/>
      <dgm:spPr/>
      <dgm:t>
        <a:bodyPr/>
        <a:lstStyle/>
        <a:p>
          <a:r>
            <a:rPr lang="en-US"/>
            <a:t>However, the marketing cost was quite high because customers were contacted at random without looking at the available information.</a:t>
          </a:r>
        </a:p>
      </dgm:t>
    </dgm:pt>
    <dgm:pt modelId="{6024A2DD-7B5F-4C05-BA1C-30446BB59630}" type="parTrans" cxnId="{24EA77F2-1953-48FE-8E26-77544CD3CE8F}">
      <dgm:prSet/>
      <dgm:spPr/>
      <dgm:t>
        <a:bodyPr/>
        <a:lstStyle/>
        <a:p>
          <a:endParaRPr lang="en-US"/>
        </a:p>
      </dgm:t>
    </dgm:pt>
    <dgm:pt modelId="{90A71045-BF3F-4C22-8A3B-C0CDB215AB21}" type="sibTrans" cxnId="{24EA77F2-1953-48FE-8E26-77544CD3CE8F}">
      <dgm:prSet/>
      <dgm:spPr/>
      <dgm:t>
        <a:bodyPr/>
        <a:lstStyle/>
        <a:p>
          <a:endParaRPr lang="en-US"/>
        </a:p>
      </dgm:t>
    </dgm:pt>
    <dgm:pt modelId="{74C0A2B8-7CD8-4D9E-98EF-E6E48A20B031}">
      <dgm:prSet/>
      <dgm:spPr/>
      <dgm:t>
        <a:bodyPr/>
        <a:lstStyle/>
        <a:p>
          <a:r>
            <a:rPr lang="en-US"/>
            <a:t>The company is now planning to launch a new product i.e. Wellness Tourism Package. Wellness Tourism is defined as Travel that allows the traveler to maintain, enhance or kick-start a healthy lifestyle, and support or increase one's sense of well-being.</a:t>
          </a:r>
        </a:p>
      </dgm:t>
    </dgm:pt>
    <dgm:pt modelId="{A6EF1F40-0E4C-4E60-9BCD-6B1951EDAEFC}" type="parTrans" cxnId="{687D401F-412D-4B05-9BE9-8118A2B7BC55}">
      <dgm:prSet/>
      <dgm:spPr/>
      <dgm:t>
        <a:bodyPr/>
        <a:lstStyle/>
        <a:p>
          <a:endParaRPr lang="en-US"/>
        </a:p>
      </dgm:t>
    </dgm:pt>
    <dgm:pt modelId="{3677ADBD-3252-48D5-AF99-9EA968BF19A0}" type="sibTrans" cxnId="{687D401F-412D-4B05-9BE9-8118A2B7BC55}">
      <dgm:prSet/>
      <dgm:spPr/>
      <dgm:t>
        <a:bodyPr/>
        <a:lstStyle/>
        <a:p>
          <a:endParaRPr lang="en-US"/>
        </a:p>
      </dgm:t>
    </dgm:pt>
    <dgm:pt modelId="{DC0CBD0D-4C33-4541-BAF3-035D5F2B7E9F}">
      <dgm:prSet/>
      <dgm:spPr/>
      <dgm:t>
        <a:bodyPr/>
        <a:lstStyle/>
        <a:p>
          <a:r>
            <a:rPr lang="en-US"/>
            <a:t>However, this time company wants to harness the available data of existing and potential customers to make the marketing expenditure more efficient.</a:t>
          </a:r>
        </a:p>
      </dgm:t>
    </dgm:pt>
    <dgm:pt modelId="{5FAAE394-B065-4D73-8592-B6F43842FE2E}" type="parTrans" cxnId="{6D856665-7783-4B3D-B345-66DA6B224F67}">
      <dgm:prSet/>
      <dgm:spPr/>
      <dgm:t>
        <a:bodyPr/>
        <a:lstStyle/>
        <a:p>
          <a:endParaRPr lang="en-US"/>
        </a:p>
      </dgm:t>
    </dgm:pt>
    <dgm:pt modelId="{30099BA7-3300-4537-BCFC-908E5DC13801}" type="sibTrans" cxnId="{6D856665-7783-4B3D-B345-66DA6B224F67}">
      <dgm:prSet/>
      <dgm:spPr/>
      <dgm:t>
        <a:bodyPr/>
        <a:lstStyle/>
        <a:p>
          <a:endParaRPr lang="en-US"/>
        </a:p>
      </dgm:t>
    </dgm:pt>
    <dgm:pt modelId="{8B69A5FE-2367-EE4A-882E-33D76BDEC596}" type="pres">
      <dgm:prSet presAssocID="{6780A720-07BE-4420-AD0E-B3F9BCAF0D54}" presName="Name0" presStyleCnt="0">
        <dgm:presLayoutVars>
          <dgm:dir/>
          <dgm:resizeHandles val="exact"/>
        </dgm:presLayoutVars>
      </dgm:prSet>
      <dgm:spPr/>
    </dgm:pt>
    <dgm:pt modelId="{5081BE07-BAE9-D043-8B51-BDECF5CEC987}" type="pres">
      <dgm:prSet presAssocID="{A1B8544F-DE39-44FD-BFE1-F8C97C0B5F72}" presName="node" presStyleLbl="node1" presStyleIdx="0" presStyleCnt="5">
        <dgm:presLayoutVars>
          <dgm:bulletEnabled val="1"/>
        </dgm:presLayoutVars>
      </dgm:prSet>
      <dgm:spPr/>
    </dgm:pt>
    <dgm:pt modelId="{C987DF32-B597-2549-B418-B26702EA3F9A}" type="pres">
      <dgm:prSet presAssocID="{A1E4CF22-7B49-42E5-8671-2459FD0BE12B}" presName="sibTrans" presStyleLbl="sibTrans1D1" presStyleIdx="0" presStyleCnt="4"/>
      <dgm:spPr/>
    </dgm:pt>
    <dgm:pt modelId="{F5F341A8-60F4-904D-8DF6-D1507DC2326D}" type="pres">
      <dgm:prSet presAssocID="{A1E4CF22-7B49-42E5-8671-2459FD0BE12B}" presName="connectorText" presStyleLbl="sibTrans1D1" presStyleIdx="0" presStyleCnt="4"/>
      <dgm:spPr/>
    </dgm:pt>
    <dgm:pt modelId="{1CFBEF2F-3E65-D241-BF5F-6E1C863A77AB}" type="pres">
      <dgm:prSet presAssocID="{063C872C-C8E6-464B-AD0C-29EB666AC382}" presName="node" presStyleLbl="node1" presStyleIdx="1" presStyleCnt="5">
        <dgm:presLayoutVars>
          <dgm:bulletEnabled val="1"/>
        </dgm:presLayoutVars>
      </dgm:prSet>
      <dgm:spPr/>
    </dgm:pt>
    <dgm:pt modelId="{5EA2D429-2932-A24B-BE6B-9FF7CF0BE6F4}" type="pres">
      <dgm:prSet presAssocID="{66A2CC8C-D626-409E-9FC9-62068575E1D7}" presName="sibTrans" presStyleLbl="sibTrans1D1" presStyleIdx="1" presStyleCnt="4"/>
      <dgm:spPr/>
    </dgm:pt>
    <dgm:pt modelId="{45E7616E-EF4E-6149-8D8E-B7763F0F6154}" type="pres">
      <dgm:prSet presAssocID="{66A2CC8C-D626-409E-9FC9-62068575E1D7}" presName="connectorText" presStyleLbl="sibTrans1D1" presStyleIdx="1" presStyleCnt="4"/>
      <dgm:spPr/>
    </dgm:pt>
    <dgm:pt modelId="{DC2DB443-4A46-2243-9945-D2965B87B495}" type="pres">
      <dgm:prSet presAssocID="{4B291792-7C9A-4B3C-BF63-BF1A33E291FF}" presName="node" presStyleLbl="node1" presStyleIdx="2" presStyleCnt="5">
        <dgm:presLayoutVars>
          <dgm:bulletEnabled val="1"/>
        </dgm:presLayoutVars>
      </dgm:prSet>
      <dgm:spPr/>
    </dgm:pt>
    <dgm:pt modelId="{AD749C0B-6C22-E84C-B33C-757FB6ECCB1C}" type="pres">
      <dgm:prSet presAssocID="{90A71045-BF3F-4C22-8A3B-C0CDB215AB21}" presName="sibTrans" presStyleLbl="sibTrans1D1" presStyleIdx="2" presStyleCnt="4"/>
      <dgm:spPr/>
    </dgm:pt>
    <dgm:pt modelId="{25A2264C-26CF-D444-BDEE-D56410AB2ED9}" type="pres">
      <dgm:prSet presAssocID="{90A71045-BF3F-4C22-8A3B-C0CDB215AB21}" presName="connectorText" presStyleLbl="sibTrans1D1" presStyleIdx="2" presStyleCnt="4"/>
      <dgm:spPr/>
    </dgm:pt>
    <dgm:pt modelId="{28DA1C14-B901-AB43-871F-1C0012C3D8B2}" type="pres">
      <dgm:prSet presAssocID="{74C0A2B8-7CD8-4D9E-98EF-E6E48A20B031}" presName="node" presStyleLbl="node1" presStyleIdx="3" presStyleCnt="5">
        <dgm:presLayoutVars>
          <dgm:bulletEnabled val="1"/>
        </dgm:presLayoutVars>
      </dgm:prSet>
      <dgm:spPr/>
    </dgm:pt>
    <dgm:pt modelId="{F6CB1644-5ACE-7144-9072-3C68B7A74817}" type="pres">
      <dgm:prSet presAssocID="{3677ADBD-3252-48D5-AF99-9EA968BF19A0}" presName="sibTrans" presStyleLbl="sibTrans1D1" presStyleIdx="3" presStyleCnt="4"/>
      <dgm:spPr/>
    </dgm:pt>
    <dgm:pt modelId="{24F2AAFB-6509-BC46-B06B-67B40540174A}" type="pres">
      <dgm:prSet presAssocID="{3677ADBD-3252-48D5-AF99-9EA968BF19A0}" presName="connectorText" presStyleLbl="sibTrans1D1" presStyleIdx="3" presStyleCnt="4"/>
      <dgm:spPr/>
    </dgm:pt>
    <dgm:pt modelId="{645AEA18-5F23-5C44-BC9A-BB8818F7E6C4}" type="pres">
      <dgm:prSet presAssocID="{DC0CBD0D-4C33-4541-BAF3-035D5F2B7E9F}" presName="node" presStyleLbl="node1" presStyleIdx="4" presStyleCnt="5">
        <dgm:presLayoutVars>
          <dgm:bulletEnabled val="1"/>
        </dgm:presLayoutVars>
      </dgm:prSet>
      <dgm:spPr/>
    </dgm:pt>
  </dgm:ptLst>
  <dgm:cxnLst>
    <dgm:cxn modelId="{77825E0C-9353-C94B-8FAB-B50EBB95BC24}" type="presOf" srcId="{3677ADBD-3252-48D5-AF99-9EA968BF19A0}" destId="{24F2AAFB-6509-BC46-B06B-67B40540174A}" srcOrd="1" destOrd="0" presId="urn:microsoft.com/office/officeart/2016/7/layout/RepeatingBendingProcessNew"/>
    <dgm:cxn modelId="{BC638715-C6F7-CC43-9DDA-48800857DA22}" type="presOf" srcId="{A1E4CF22-7B49-42E5-8671-2459FD0BE12B}" destId="{C987DF32-B597-2549-B418-B26702EA3F9A}" srcOrd="0" destOrd="0" presId="urn:microsoft.com/office/officeart/2016/7/layout/RepeatingBendingProcessNew"/>
    <dgm:cxn modelId="{687D401F-412D-4B05-9BE9-8118A2B7BC55}" srcId="{6780A720-07BE-4420-AD0E-B3F9BCAF0D54}" destId="{74C0A2B8-7CD8-4D9E-98EF-E6E48A20B031}" srcOrd="3" destOrd="0" parTransId="{A6EF1F40-0E4C-4E60-9BCD-6B1951EDAEFC}" sibTransId="{3677ADBD-3252-48D5-AF99-9EA968BF19A0}"/>
    <dgm:cxn modelId="{79F98F2C-760F-490A-8F90-15D61051605E}" srcId="{6780A720-07BE-4420-AD0E-B3F9BCAF0D54}" destId="{A1B8544F-DE39-44FD-BFE1-F8C97C0B5F72}" srcOrd="0" destOrd="0" parTransId="{A370C9F5-C42F-414E-AC70-95443DE9D024}" sibTransId="{A1E4CF22-7B49-42E5-8671-2459FD0BE12B}"/>
    <dgm:cxn modelId="{0B6F7145-D256-0747-B5B3-E4492F6CCADA}" type="presOf" srcId="{90A71045-BF3F-4C22-8A3B-C0CDB215AB21}" destId="{AD749C0B-6C22-E84C-B33C-757FB6ECCB1C}" srcOrd="0" destOrd="0" presId="urn:microsoft.com/office/officeart/2016/7/layout/RepeatingBendingProcessNew"/>
    <dgm:cxn modelId="{6D856665-7783-4B3D-B345-66DA6B224F67}" srcId="{6780A720-07BE-4420-AD0E-B3F9BCAF0D54}" destId="{DC0CBD0D-4C33-4541-BAF3-035D5F2B7E9F}" srcOrd="4" destOrd="0" parTransId="{5FAAE394-B065-4D73-8592-B6F43842FE2E}" sibTransId="{30099BA7-3300-4537-BCFC-908E5DC13801}"/>
    <dgm:cxn modelId="{F8F8A66F-8356-184B-A9DC-8393457C5F2B}" type="presOf" srcId="{4B291792-7C9A-4B3C-BF63-BF1A33E291FF}" destId="{DC2DB443-4A46-2243-9945-D2965B87B495}" srcOrd="0" destOrd="0" presId="urn:microsoft.com/office/officeart/2016/7/layout/RepeatingBendingProcessNew"/>
    <dgm:cxn modelId="{2A35FB80-74C4-8F42-8D65-E0B4E97ABA83}" type="presOf" srcId="{A1E4CF22-7B49-42E5-8671-2459FD0BE12B}" destId="{F5F341A8-60F4-904D-8DF6-D1507DC2326D}" srcOrd="1" destOrd="0" presId="urn:microsoft.com/office/officeart/2016/7/layout/RepeatingBendingProcessNew"/>
    <dgm:cxn modelId="{D39EFEA1-40E0-3E44-AC55-958965E73500}" type="presOf" srcId="{A1B8544F-DE39-44FD-BFE1-F8C97C0B5F72}" destId="{5081BE07-BAE9-D043-8B51-BDECF5CEC987}" srcOrd="0" destOrd="0" presId="urn:microsoft.com/office/officeart/2016/7/layout/RepeatingBendingProcessNew"/>
    <dgm:cxn modelId="{D98CCFA8-3940-D148-9B1C-C5B2C2801028}" type="presOf" srcId="{6780A720-07BE-4420-AD0E-B3F9BCAF0D54}" destId="{8B69A5FE-2367-EE4A-882E-33D76BDEC596}" srcOrd="0" destOrd="0" presId="urn:microsoft.com/office/officeart/2016/7/layout/RepeatingBendingProcessNew"/>
    <dgm:cxn modelId="{18B4B4AB-48B7-CA48-B1FF-39FD181A465C}" type="presOf" srcId="{90A71045-BF3F-4C22-8A3B-C0CDB215AB21}" destId="{25A2264C-26CF-D444-BDEE-D56410AB2ED9}" srcOrd="1" destOrd="0" presId="urn:microsoft.com/office/officeart/2016/7/layout/RepeatingBendingProcessNew"/>
    <dgm:cxn modelId="{2787CDC5-8559-F54F-A887-ACAC628FA41D}" type="presOf" srcId="{DC0CBD0D-4C33-4541-BAF3-035D5F2B7E9F}" destId="{645AEA18-5F23-5C44-BC9A-BB8818F7E6C4}" srcOrd="0" destOrd="0" presId="urn:microsoft.com/office/officeart/2016/7/layout/RepeatingBendingProcessNew"/>
    <dgm:cxn modelId="{7B1778C8-C3EC-1649-BC4B-8F95E1D04B9F}" type="presOf" srcId="{66A2CC8C-D626-409E-9FC9-62068575E1D7}" destId="{5EA2D429-2932-A24B-BE6B-9FF7CF0BE6F4}" srcOrd="0" destOrd="0" presId="urn:microsoft.com/office/officeart/2016/7/layout/RepeatingBendingProcessNew"/>
    <dgm:cxn modelId="{085165D4-8E67-E54B-94AD-EDF9EEE75F17}" type="presOf" srcId="{3677ADBD-3252-48D5-AF99-9EA968BF19A0}" destId="{F6CB1644-5ACE-7144-9072-3C68B7A74817}" srcOrd="0" destOrd="0" presId="urn:microsoft.com/office/officeart/2016/7/layout/RepeatingBendingProcessNew"/>
    <dgm:cxn modelId="{B96666DB-310D-CE44-AB07-B69D05E2E6E4}" type="presOf" srcId="{74C0A2B8-7CD8-4D9E-98EF-E6E48A20B031}" destId="{28DA1C14-B901-AB43-871F-1C0012C3D8B2}" srcOrd="0" destOrd="0" presId="urn:microsoft.com/office/officeart/2016/7/layout/RepeatingBendingProcessNew"/>
    <dgm:cxn modelId="{DAD374ED-2CA3-6947-8748-4B9F468B946B}" type="presOf" srcId="{063C872C-C8E6-464B-AD0C-29EB666AC382}" destId="{1CFBEF2F-3E65-D241-BF5F-6E1C863A77AB}" srcOrd="0" destOrd="0" presId="urn:microsoft.com/office/officeart/2016/7/layout/RepeatingBendingProcessNew"/>
    <dgm:cxn modelId="{8012E8EF-25E2-8F43-B08A-CB7DFD456F4D}" type="presOf" srcId="{66A2CC8C-D626-409E-9FC9-62068575E1D7}" destId="{45E7616E-EF4E-6149-8D8E-B7763F0F6154}" srcOrd="1" destOrd="0" presId="urn:microsoft.com/office/officeart/2016/7/layout/RepeatingBendingProcessNew"/>
    <dgm:cxn modelId="{24EA77F2-1953-48FE-8E26-77544CD3CE8F}" srcId="{6780A720-07BE-4420-AD0E-B3F9BCAF0D54}" destId="{4B291792-7C9A-4B3C-BF63-BF1A33E291FF}" srcOrd="2" destOrd="0" parTransId="{6024A2DD-7B5F-4C05-BA1C-30446BB59630}" sibTransId="{90A71045-BF3F-4C22-8A3B-C0CDB215AB21}"/>
    <dgm:cxn modelId="{B90E95FE-149B-4D08-A6CD-F5487A546716}" srcId="{6780A720-07BE-4420-AD0E-B3F9BCAF0D54}" destId="{063C872C-C8E6-464B-AD0C-29EB666AC382}" srcOrd="1" destOrd="0" parTransId="{4A28E1F4-79C8-48D9-8EC1-F8C9B5DCBECA}" sibTransId="{66A2CC8C-D626-409E-9FC9-62068575E1D7}"/>
    <dgm:cxn modelId="{823FEC95-3FD4-FC44-89AA-99F09291209B}" type="presParOf" srcId="{8B69A5FE-2367-EE4A-882E-33D76BDEC596}" destId="{5081BE07-BAE9-D043-8B51-BDECF5CEC987}" srcOrd="0" destOrd="0" presId="urn:microsoft.com/office/officeart/2016/7/layout/RepeatingBendingProcessNew"/>
    <dgm:cxn modelId="{A14F708E-E23D-084B-AB12-833C77AB68F8}" type="presParOf" srcId="{8B69A5FE-2367-EE4A-882E-33D76BDEC596}" destId="{C987DF32-B597-2549-B418-B26702EA3F9A}" srcOrd="1" destOrd="0" presId="urn:microsoft.com/office/officeart/2016/7/layout/RepeatingBendingProcessNew"/>
    <dgm:cxn modelId="{D32BF590-2781-724C-AC0F-78E5C7D7385A}" type="presParOf" srcId="{C987DF32-B597-2549-B418-B26702EA3F9A}" destId="{F5F341A8-60F4-904D-8DF6-D1507DC2326D}" srcOrd="0" destOrd="0" presId="urn:microsoft.com/office/officeart/2016/7/layout/RepeatingBendingProcessNew"/>
    <dgm:cxn modelId="{2305B0AF-C529-9141-93DB-9E8AAED1C578}" type="presParOf" srcId="{8B69A5FE-2367-EE4A-882E-33D76BDEC596}" destId="{1CFBEF2F-3E65-D241-BF5F-6E1C863A77AB}" srcOrd="2" destOrd="0" presId="urn:microsoft.com/office/officeart/2016/7/layout/RepeatingBendingProcessNew"/>
    <dgm:cxn modelId="{0AFB1905-B6C3-E44A-B023-89F9EBF3DD4A}" type="presParOf" srcId="{8B69A5FE-2367-EE4A-882E-33D76BDEC596}" destId="{5EA2D429-2932-A24B-BE6B-9FF7CF0BE6F4}" srcOrd="3" destOrd="0" presId="urn:microsoft.com/office/officeart/2016/7/layout/RepeatingBendingProcessNew"/>
    <dgm:cxn modelId="{51A75576-1E4F-0B41-84AF-37FDBCEE6CBD}" type="presParOf" srcId="{5EA2D429-2932-A24B-BE6B-9FF7CF0BE6F4}" destId="{45E7616E-EF4E-6149-8D8E-B7763F0F6154}" srcOrd="0" destOrd="0" presId="urn:microsoft.com/office/officeart/2016/7/layout/RepeatingBendingProcessNew"/>
    <dgm:cxn modelId="{1465D96D-73E8-C54D-89E3-6F8AF8C4CB7E}" type="presParOf" srcId="{8B69A5FE-2367-EE4A-882E-33D76BDEC596}" destId="{DC2DB443-4A46-2243-9945-D2965B87B495}" srcOrd="4" destOrd="0" presId="urn:microsoft.com/office/officeart/2016/7/layout/RepeatingBendingProcessNew"/>
    <dgm:cxn modelId="{C51658BF-F4B3-924F-A48B-A23A6646B566}" type="presParOf" srcId="{8B69A5FE-2367-EE4A-882E-33D76BDEC596}" destId="{AD749C0B-6C22-E84C-B33C-757FB6ECCB1C}" srcOrd="5" destOrd="0" presId="urn:microsoft.com/office/officeart/2016/7/layout/RepeatingBendingProcessNew"/>
    <dgm:cxn modelId="{5AD3B43C-8621-4648-855F-329DF3551BE5}" type="presParOf" srcId="{AD749C0B-6C22-E84C-B33C-757FB6ECCB1C}" destId="{25A2264C-26CF-D444-BDEE-D56410AB2ED9}" srcOrd="0" destOrd="0" presId="urn:microsoft.com/office/officeart/2016/7/layout/RepeatingBendingProcessNew"/>
    <dgm:cxn modelId="{492AF5E2-BE70-2544-AB7A-FA811B278BB0}" type="presParOf" srcId="{8B69A5FE-2367-EE4A-882E-33D76BDEC596}" destId="{28DA1C14-B901-AB43-871F-1C0012C3D8B2}" srcOrd="6" destOrd="0" presId="urn:microsoft.com/office/officeart/2016/7/layout/RepeatingBendingProcessNew"/>
    <dgm:cxn modelId="{5E9CD515-B89F-6B48-8AE5-2C024D40F5F9}" type="presParOf" srcId="{8B69A5FE-2367-EE4A-882E-33D76BDEC596}" destId="{F6CB1644-5ACE-7144-9072-3C68B7A74817}" srcOrd="7" destOrd="0" presId="urn:microsoft.com/office/officeart/2016/7/layout/RepeatingBendingProcessNew"/>
    <dgm:cxn modelId="{2762B7F4-110C-2A4B-BF3E-CF86648C9D54}" type="presParOf" srcId="{F6CB1644-5ACE-7144-9072-3C68B7A74817}" destId="{24F2AAFB-6509-BC46-B06B-67B40540174A}" srcOrd="0" destOrd="0" presId="urn:microsoft.com/office/officeart/2016/7/layout/RepeatingBendingProcessNew"/>
    <dgm:cxn modelId="{2664A97B-3A00-9D41-869B-2C0877D3857C}" type="presParOf" srcId="{8B69A5FE-2367-EE4A-882E-33D76BDEC596}" destId="{645AEA18-5F23-5C44-BC9A-BB8818F7E6C4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2A2DE8-8A35-4DF5-94BF-55280959737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A240C0A-4E7A-4901-98DF-380160FA60E3}">
      <dgm:prSet/>
      <dgm:spPr/>
      <dgm:t>
        <a:bodyPr/>
        <a:lstStyle/>
        <a:p>
          <a:r>
            <a:rPr lang="en-US" b="1" dirty="0" err="1"/>
            <a:t>PitchSatisfactionScore</a:t>
          </a:r>
          <a:r>
            <a:rPr lang="en-US" dirty="0"/>
            <a:t>: Sales pitch satisfactory score</a:t>
          </a:r>
        </a:p>
      </dgm:t>
    </dgm:pt>
    <dgm:pt modelId="{08B12567-0D60-4831-8218-B19E4F43912C}" type="parTrans" cxnId="{3B23F3FE-11D5-4B14-A4D2-1FB97CC6364F}">
      <dgm:prSet/>
      <dgm:spPr/>
      <dgm:t>
        <a:bodyPr/>
        <a:lstStyle/>
        <a:p>
          <a:endParaRPr lang="en-US"/>
        </a:p>
      </dgm:t>
    </dgm:pt>
    <dgm:pt modelId="{293FFE6A-6CFF-4211-BDD4-3FFAE625B7F0}" type="sibTrans" cxnId="{3B23F3FE-11D5-4B14-A4D2-1FB97CC6364F}">
      <dgm:prSet/>
      <dgm:spPr/>
      <dgm:t>
        <a:bodyPr/>
        <a:lstStyle/>
        <a:p>
          <a:endParaRPr lang="en-US"/>
        </a:p>
      </dgm:t>
    </dgm:pt>
    <dgm:pt modelId="{79E77E15-E06A-4D0A-A104-CB5267355371}">
      <dgm:prSet/>
      <dgm:spPr/>
      <dgm:t>
        <a:bodyPr/>
        <a:lstStyle/>
        <a:p>
          <a:r>
            <a:rPr lang="en-US" b="1"/>
            <a:t>ProductPitched</a:t>
          </a:r>
          <a:r>
            <a:rPr lang="en-US"/>
            <a:t>: Product pitched by a salesperson</a:t>
          </a:r>
        </a:p>
      </dgm:t>
    </dgm:pt>
    <dgm:pt modelId="{B6F13DBF-1280-4FE6-9A65-282D2654394C}" type="parTrans" cxnId="{6D3D517E-EC46-4BA5-839C-5D88E34920F2}">
      <dgm:prSet/>
      <dgm:spPr/>
      <dgm:t>
        <a:bodyPr/>
        <a:lstStyle/>
        <a:p>
          <a:endParaRPr lang="en-US"/>
        </a:p>
      </dgm:t>
    </dgm:pt>
    <dgm:pt modelId="{229F57A9-1A7D-4516-8B6F-ED2683AD5DD3}" type="sibTrans" cxnId="{6D3D517E-EC46-4BA5-839C-5D88E34920F2}">
      <dgm:prSet/>
      <dgm:spPr/>
      <dgm:t>
        <a:bodyPr/>
        <a:lstStyle/>
        <a:p>
          <a:endParaRPr lang="en-US"/>
        </a:p>
      </dgm:t>
    </dgm:pt>
    <dgm:pt modelId="{692DA5A5-70CF-4B9F-9F3D-349ADC67DDC7}">
      <dgm:prSet/>
      <dgm:spPr/>
      <dgm:t>
        <a:bodyPr/>
        <a:lstStyle/>
        <a:p>
          <a:r>
            <a:rPr lang="en-US" b="1" dirty="0" err="1"/>
            <a:t>NumberOfFollowups</a:t>
          </a:r>
          <a:r>
            <a:rPr lang="en-US" dirty="0"/>
            <a:t>: Total number of follow up has been done by sales after the initial sales pitch</a:t>
          </a:r>
        </a:p>
      </dgm:t>
    </dgm:pt>
    <dgm:pt modelId="{9BBAE357-D67A-45D5-96CF-A63D43D9304F}" type="parTrans" cxnId="{2ACA0609-68DB-4B43-9027-42C83007C1E7}">
      <dgm:prSet/>
      <dgm:spPr/>
      <dgm:t>
        <a:bodyPr/>
        <a:lstStyle/>
        <a:p>
          <a:endParaRPr lang="en-US"/>
        </a:p>
      </dgm:t>
    </dgm:pt>
    <dgm:pt modelId="{79491219-BBA7-4444-8160-CE56CA7D6950}" type="sibTrans" cxnId="{2ACA0609-68DB-4B43-9027-42C83007C1E7}">
      <dgm:prSet/>
      <dgm:spPr/>
      <dgm:t>
        <a:bodyPr/>
        <a:lstStyle/>
        <a:p>
          <a:endParaRPr lang="en-US"/>
        </a:p>
      </dgm:t>
    </dgm:pt>
    <dgm:pt modelId="{4CB9339D-8568-4454-B255-BDCBE7E7130F}">
      <dgm:prSet/>
      <dgm:spPr/>
      <dgm:t>
        <a:bodyPr/>
        <a:lstStyle/>
        <a:p>
          <a:r>
            <a:rPr lang="en-US" b="1"/>
            <a:t>DurationOfPitch</a:t>
          </a:r>
          <a:r>
            <a:rPr lang="en-US"/>
            <a:t>: Duration of the pitch by a salesman to customer</a:t>
          </a:r>
        </a:p>
      </dgm:t>
    </dgm:pt>
    <dgm:pt modelId="{0EE27ECB-8E82-4E8D-9CE1-A1839305B19D}" type="parTrans" cxnId="{55099381-9EE3-4BA2-AE55-75FE6D1ADD1D}">
      <dgm:prSet/>
      <dgm:spPr/>
      <dgm:t>
        <a:bodyPr/>
        <a:lstStyle/>
        <a:p>
          <a:endParaRPr lang="en-US"/>
        </a:p>
      </dgm:t>
    </dgm:pt>
    <dgm:pt modelId="{C1A23E15-5177-4953-BA52-F08FEA1A8ECA}" type="sibTrans" cxnId="{55099381-9EE3-4BA2-AE55-75FE6D1ADD1D}">
      <dgm:prSet/>
      <dgm:spPr/>
      <dgm:t>
        <a:bodyPr/>
        <a:lstStyle/>
        <a:p>
          <a:endParaRPr lang="en-US"/>
        </a:p>
      </dgm:t>
    </dgm:pt>
    <dgm:pt modelId="{995842D3-5804-A54D-9930-52D1B96FF7E8}" type="pres">
      <dgm:prSet presAssocID="{C62A2DE8-8A35-4DF5-94BF-552809597379}" presName="diagram" presStyleCnt="0">
        <dgm:presLayoutVars>
          <dgm:dir/>
          <dgm:resizeHandles val="exact"/>
        </dgm:presLayoutVars>
      </dgm:prSet>
      <dgm:spPr/>
    </dgm:pt>
    <dgm:pt modelId="{7A0CABC0-1E9C-6D4B-92FE-1EBE9048C10C}" type="pres">
      <dgm:prSet presAssocID="{CA240C0A-4E7A-4901-98DF-380160FA60E3}" presName="node" presStyleLbl="node1" presStyleIdx="0" presStyleCnt="4">
        <dgm:presLayoutVars>
          <dgm:bulletEnabled val="1"/>
        </dgm:presLayoutVars>
      </dgm:prSet>
      <dgm:spPr/>
    </dgm:pt>
    <dgm:pt modelId="{64A9E549-B5FE-1949-9A54-1575A2EBBDD2}" type="pres">
      <dgm:prSet presAssocID="{293FFE6A-6CFF-4211-BDD4-3FFAE625B7F0}" presName="sibTrans" presStyleCnt="0"/>
      <dgm:spPr/>
    </dgm:pt>
    <dgm:pt modelId="{DF991970-E167-B549-A46C-996AD1779930}" type="pres">
      <dgm:prSet presAssocID="{79E77E15-E06A-4D0A-A104-CB5267355371}" presName="node" presStyleLbl="node1" presStyleIdx="1" presStyleCnt="4">
        <dgm:presLayoutVars>
          <dgm:bulletEnabled val="1"/>
        </dgm:presLayoutVars>
      </dgm:prSet>
      <dgm:spPr/>
    </dgm:pt>
    <dgm:pt modelId="{3A5FE486-D98F-0747-A52B-0C80F84983D8}" type="pres">
      <dgm:prSet presAssocID="{229F57A9-1A7D-4516-8B6F-ED2683AD5DD3}" presName="sibTrans" presStyleCnt="0"/>
      <dgm:spPr/>
    </dgm:pt>
    <dgm:pt modelId="{4A66DE51-F3AA-6842-B7E2-E781210768D9}" type="pres">
      <dgm:prSet presAssocID="{692DA5A5-70CF-4B9F-9F3D-349ADC67DDC7}" presName="node" presStyleLbl="node1" presStyleIdx="2" presStyleCnt="4">
        <dgm:presLayoutVars>
          <dgm:bulletEnabled val="1"/>
        </dgm:presLayoutVars>
      </dgm:prSet>
      <dgm:spPr/>
    </dgm:pt>
    <dgm:pt modelId="{6589FB0D-F8D1-8747-A289-67762F5F9C2A}" type="pres">
      <dgm:prSet presAssocID="{79491219-BBA7-4444-8160-CE56CA7D6950}" presName="sibTrans" presStyleCnt="0"/>
      <dgm:spPr/>
    </dgm:pt>
    <dgm:pt modelId="{D753408E-3379-0C44-A65D-7A5EF362201C}" type="pres">
      <dgm:prSet presAssocID="{4CB9339D-8568-4454-B255-BDCBE7E7130F}" presName="node" presStyleLbl="node1" presStyleIdx="3" presStyleCnt="4">
        <dgm:presLayoutVars>
          <dgm:bulletEnabled val="1"/>
        </dgm:presLayoutVars>
      </dgm:prSet>
      <dgm:spPr/>
    </dgm:pt>
  </dgm:ptLst>
  <dgm:cxnLst>
    <dgm:cxn modelId="{2ACA0609-68DB-4B43-9027-42C83007C1E7}" srcId="{C62A2DE8-8A35-4DF5-94BF-552809597379}" destId="{692DA5A5-70CF-4B9F-9F3D-349ADC67DDC7}" srcOrd="2" destOrd="0" parTransId="{9BBAE357-D67A-45D5-96CF-A63D43D9304F}" sibTransId="{79491219-BBA7-4444-8160-CE56CA7D6950}"/>
    <dgm:cxn modelId="{6B860E14-3E38-FB43-91BA-97D6B55A1F23}" type="presOf" srcId="{CA240C0A-4E7A-4901-98DF-380160FA60E3}" destId="{7A0CABC0-1E9C-6D4B-92FE-1EBE9048C10C}" srcOrd="0" destOrd="0" presId="urn:microsoft.com/office/officeart/2005/8/layout/default"/>
    <dgm:cxn modelId="{2191C636-DF92-424E-AD06-CBB15AF4B167}" type="presOf" srcId="{C62A2DE8-8A35-4DF5-94BF-552809597379}" destId="{995842D3-5804-A54D-9930-52D1B96FF7E8}" srcOrd="0" destOrd="0" presId="urn:microsoft.com/office/officeart/2005/8/layout/default"/>
    <dgm:cxn modelId="{6D3D517E-EC46-4BA5-839C-5D88E34920F2}" srcId="{C62A2DE8-8A35-4DF5-94BF-552809597379}" destId="{79E77E15-E06A-4D0A-A104-CB5267355371}" srcOrd="1" destOrd="0" parTransId="{B6F13DBF-1280-4FE6-9A65-282D2654394C}" sibTransId="{229F57A9-1A7D-4516-8B6F-ED2683AD5DD3}"/>
    <dgm:cxn modelId="{55099381-9EE3-4BA2-AE55-75FE6D1ADD1D}" srcId="{C62A2DE8-8A35-4DF5-94BF-552809597379}" destId="{4CB9339D-8568-4454-B255-BDCBE7E7130F}" srcOrd="3" destOrd="0" parTransId="{0EE27ECB-8E82-4E8D-9CE1-A1839305B19D}" sibTransId="{C1A23E15-5177-4953-BA52-F08FEA1A8ECA}"/>
    <dgm:cxn modelId="{6A95F2E5-7403-BE4B-98EB-25D8FBAEFEEA}" type="presOf" srcId="{692DA5A5-70CF-4B9F-9F3D-349ADC67DDC7}" destId="{4A66DE51-F3AA-6842-B7E2-E781210768D9}" srcOrd="0" destOrd="0" presId="urn:microsoft.com/office/officeart/2005/8/layout/default"/>
    <dgm:cxn modelId="{56E812E8-2891-0E48-8C9D-495C4645BF57}" type="presOf" srcId="{79E77E15-E06A-4D0A-A104-CB5267355371}" destId="{DF991970-E167-B549-A46C-996AD1779930}" srcOrd="0" destOrd="0" presId="urn:microsoft.com/office/officeart/2005/8/layout/default"/>
    <dgm:cxn modelId="{86B7D6EA-6AAF-4149-9541-3E24F9BE90FA}" type="presOf" srcId="{4CB9339D-8568-4454-B255-BDCBE7E7130F}" destId="{D753408E-3379-0C44-A65D-7A5EF362201C}" srcOrd="0" destOrd="0" presId="urn:microsoft.com/office/officeart/2005/8/layout/default"/>
    <dgm:cxn modelId="{3B23F3FE-11D5-4B14-A4D2-1FB97CC6364F}" srcId="{C62A2DE8-8A35-4DF5-94BF-552809597379}" destId="{CA240C0A-4E7A-4901-98DF-380160FA60E3}" srcOrd="0" destOrd="0" parTransId="{08B12567-0D60-4831-8218-B19E4F43912C}" sibTransId="{293FFE6A-6CFF-4211-BDD4-3FFAE625B7F0}"/>
    <dgm:cxn modelId="{EA574A43-906B-FE4F-94AD-C8D213F20DEC}" type="presParOf" srcId="{995842D3-5804-A54D-9930-52D1B96FF7E8}" destId="{7A0CABC0-1E9C-6D4B-92FE-1EBE9048C10C}" srcOrd="0" destOrd="0" presId="urn:microsoft.com/office/officeart/2005/8/layout/default"/>
    <dgm:cxn modelId="{ECC54B5E-268F-5042-ABCE-BC225D9B3CC4}" type="presParOf" srcId="{995842D3-5804-A54D-9930-52D1B96FF7E8}" destId="{64A9E549-B5FE-1949-9A54-1575A2EBBDD2}" srcOrd="1" destOrd="0" presId="urn:microsoft.com/office/officeart/2005/8/layout/default"/>
    <dgm:cxn modelId="{461CCD3A-701A-2746-810C-49D85796B66D}" type="presParOf" srcId="{995842D3-5804-A54D-9930-52D1B96FF7E8}" destId="{DF991970-E167-B549-A46C-996AD1779930}" srcOrd="2" destOrd="0" presId="urn:microsoft.com/office/officeart/2005/8/layout/default"/>
    <dgm:cxn modelId="{3663E72D-68BD-6143-BFEA-2F221E36062F}" type="presParOf" srcId="{995842D3-5804-A54D-9930-52D1B96FF7E8}" destId="{3A5FE486-D98F-0747-A52B-0C80F84983D8}" srcOrd="3" destOrd="0" presId="urn:microsoft.com/office/officeart/2005/8/layout/default"/>
    <dgm:cxn modelId="{A2517EAF-360D-A743-B66B-E2A61AA6117C}" type="presParOf" srcId="{995842D3-5804-A54D-9930-52D1B96FF7E8}" destId="{4A66DE51-F3AA-6842-B7E2-E781210768D9}" srcOrd="4" destOrd="0" presId="urn:microsoft.com/office/officeart/2005/8/layout/default"/>
    <dgm:cxn modelId="{EE773249-AA3D-D34F-A7B5-10E2E02312FB}" type="presParOf" srcId="{995842D3-5804-A54D-9930-52D1B96FF7E8}" destId="{6589FB0D-F8D1-8747-A289-67762F5F9C2A}" srcOrd="5" destOrd="0" presId="urn:microsoft.com/office/officeart/2005/8/layout/default"/>
    <dgm:cxn modelId="{2DA5C748-381F-714A-8990-E04478D5D91C}" type="presParOf" srcId="{995842D3-5804-A54D-9930-52D1B96FF7E8}" destId="{D753408E-3379-0C44-A65D-7A5EF362201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87DF32-B597-2549-B418-B26702EA3F9A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5081BE07-BAE9-D043-8B51-BDECF5CEC987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Policy Maker of "Visit with Us" tourism company wants to enable and establish a viable business model to expand the customer base.</a:t>
          </a:r>
        </a:p>
      </dsp:txBody>
      <dsp:txXfrm>
        <a:off x="8061" y="5979"/>
        <a:ext cx="3034531" cy="1820718"/>
      </dsp:txXfrm>
    </dsp:sp>
    <dsp:sp modelId="{5EA2D429-2932-A24B-BE6B-9FF7CF0BE6F4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1CFBEF2F-3E65-D241-BF5F-6E1C863A77AB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Currently, there are 5 types of packages the company is offering - Basic, Standard, Deluxe, Super Deluxe, King. Looking at the data of the last year, we observed that 18% of the customers purchased the packages.</a:t>
          </a:r>
        </a:p>
      </dsp:txBody>
      <dsp:txXfrm>
        <a:off x="3740534" y="5979"/>
        <a:ext cx="3034531" cy="1820718"/>
      </dsp:txXfrm>
    </dsp:sp>
    <dsp:sp modelId="{AD749C0B-6C22-E84C-B33C-757FB6ECCB1C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DC2DB443-4A46-2243-9945-D2965B87B495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However, the marketing cost was quite high because customers were contacted at random without looking at the available information.</a:t>
          </a:r>
        </a:p>
      </dsp:txBody>
      <dsp:txXfrm>
        <a:off x="7473007" y="5979"/>
        <a:ext cx="3034531" cy="1820718"/>
      </dsp:txXfrm>
    </dsp:sp>
    <dsp:sp modelId="{F6CB1644-5ACE-7144-9072-3C68B7A74817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28DA1C14-B901-AB43-871F-1C0012C3D8B2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company is now planning to launch a new product i.e. Wellness Tourism Package. Wellness Tourism is defined as Travel that allows the traveler to maintain, enhance or kick-start a healthy lifestyle, and support or increase one's sense of well-being.</a:t>
          </a:r>
        </a:p>
      </dsp:txBody>
      <dsp:txXfrm>
        <a:off x="8061" y="2524640"/>
        <a:ext cx="3034531" cy="1820718"/>
      </dsp:txXfrm>
    </dsp:sp>
    <dsp:sp modelId="{645AEA18-5F23-5C44-BC9A-BB8818F7E6C4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However, this time company wants to harness the available data of existing and potential customers to make the marketing expenditure more efficient.</a:t>
          </a:r>
        </a:p>
      </dsp:txBody>
      <dsp:txXfrm>
        <a:off x="3740534" y="2524640"/>
        <a:ext cx="3034531" cy="1820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0CABC0-1E9C-6D4B-92FE-1EBE9048C10C}">
      <dsp:nvSpPr>
        <dsp:cNvPr id="0" name=""/>
        <dsp:cNvSpPr/>
      </dsp:nvSpPr>
      <dsp:spPr>
        <a:xfrm>
          <a:off x="1742673" y="241"/>
          <a:ext cx="3347739" cy="20086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 err="1"/>
            <a:t>PitchSatisfactionScore</a:t>
          </a:r>
          <a:r>
            <a:rPr lang="en-US" sz="2500" kern="1200" dirty="0"/>
            <a:t>: Sales pitch satisfactory score</a:t>
          </a:r>
        </a:p>
      </dsp:txBody>
      <dsp:txXfrm>
        <a:off x="1742673" y="241"/>
        <a:ext cx="3347739" cy="2008643"/>
      </dsp:txXfrm>
    </dsp:sp>
    <dsp:sp modelId="{DF991970-E167-B549-A46C-996AD1779930}">
      <dsp:nvSpPr>
        <dsp:cNvPr id="0" name=""/>
        <dsp:cNvSpPr/>
      </dsp:nvSpPr>
      <dsp:spPr>
        <a:xfrm>
          <a:off x="5425186" y="241"/>
          <a:ext cx="3347739" cy="20086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ProductPitched</a:t>
          </a:r>
          <a:r>
            <a:rPr lang="en-US" sz="2500" kern="1200"/>
            <a:t>: Product pitched by a salesperson</a:t>
          </a:r>
        </a:p>
      </dsp:txBody>
      <dsp:txXfrm>
        <a:off x="5425186" y="241"/>
        <a:ext cx="3347739" cy="2008643"/>
      </dsp:txXfrm>
    </dsp:sp>
    <dsp:sp modelId="{4A66DE51-F3AA-6842-B7E2-E781210768D9}">
      <dsp:nvSpPr>
        <dsp:cNvPr id="0" name=""/>
        <dsp:cNvSpPr/>
      </dsp:nvSpPr>
      <dsp:spPr>
        <a:xfrm>
          <a:off x="1742673" y="2343658"/>
          <a:ext cx="3347739" cy="20086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 err="1"/>
            <a:t>NumberOfFollowups</a:t>
          </a:r>
          <a:r>
            <a:rPr lang="en-US" sz="2500" kern="1200" dirty="0"/>
            <a:t>: Total number of follow up has been done by sales after the initial sales pitch</a:t>
          </a:r>
        </a:p>
      </dsp:txBody>
      <dsp:txXfrm>
        <a:off x="1742673" y="2343658"/>
        <a:ext cx="3347739" cy="2008643"/>
      </dsp:txXfrm>
    </dsp:sp>
    <dsp:sp modelId="{D753408E-3379-0C44-A65D-7A5EF362201C}">
      <dsp:nvSpPr>
        <dsp:cNvPr id="0" name=""/>
        <dsp:cNvSpPr/>
      </dsp:nvSpPr>
      <dsp:spPr>
        <a:xfrm>
          <a:off x="5425186" y="2343658"/>
          <a:ext cx="3347739" cy="20086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DurationOfPitch</a:t>
          </a:r>
          <a:r>
            <a:rPr lang="en-US" sz="2500" kern="1200"/>
            <a:t>: Duration of the pitch by a salesman to customer</a:t>
          </a:r>
        </a:p>
      </dsp:txBody>
      <dsp:txXfrm>
        <a:off x="5425186" y="2343658"/>
        <a:ext cx="3347739" cy="20086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4A8FC-3A9D-0D46-9D1C-9DD5F1A4D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3708A-3075-DC4F-809E-1B5C6C861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3BE08-3BD5-6C4E-982C-FF43A2D9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DC802-1F8B-FC4F-8CBF-6302FB9B7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396E0-8C59-F047-BC69-4FBD973A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60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64FA5-588C-4E46-B68E-2598AACD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DEF79-184A-E440-B4C1-98D88E8A9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4BFAA-F202-8145-804F-BBC2A00B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28693-D4FC-0E4D-8164-E2A682E09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540B2-6300-A24C-8540-C450996F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87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4FA19-3A65-964A-9C9D-C74B4EEF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3C87A-D39C-D742-908E-A7E369E74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E7BD4-E57F-DD40-8A31-B53B3314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32D02-52BF-BA40-A6C5-E7392B83A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59EBB-5688-C842-835C-0E334DBD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6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4EFB-94D0-434F-B825-F11EC654A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1FED6-1D5D-C34A-9A1B-E2D7D8C8A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9BF68-ADD8-264C-9CE7-8C05D50DC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55BC7-4E06-DB4F-ADB2-8FD7C1759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A8B54-1863-2E4B-BBE1-33A2347D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1D6D5-80A2-B248-8641-3EF6EDD7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2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A4B39-E3C7-8843-8E4B-7F01285C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C0A5B-E2F5-2244-B468-4C67371AC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CA0F2-43B6-3341-8593-90C2419A8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03118-C0E9-084A-96D7-CB34B8E8B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F1E9A-24C7-1C46-902D-20FF81E7B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1450AC-FB44-4C42-95BC-87EA1A16D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8ED50-72FB-E942-9F53-218E5E75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09504-59B2-F245-9B3F-3E3D58F1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45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479E-25BE-4047-A1FC-7D8BA436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99882-5395-A04E-A4DC-FFC663EF0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65D99-47AA-E44E-BEF8-A9B58FC3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F7ACC-2E23-0741-BBDA-F89D18F7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3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30D54-E57D-0B46-97FB-B59CBFEB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C8BA0-66EE-C341-A56F-3E1364C9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EF817-419A-5C41-BC3E-2D0BA712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7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CA1CA-B06C-6944-8938-0229B6ACD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4EB5-F330-344B-8838-F92EE620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768D1-BE7D-F34A-811A-60AE9D251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0119F-916F-504E-8E40-242EB897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E6A9B-EF87-5A43-9282-0A133DEEB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98050-A1D2-584D-BABC-815957BC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7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F6CB-8CAB-6F44-A33C-FC17C5E0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105FE-04C2-E147-8586-98CD4D582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3A16E-626C-A946-86D4-153446C85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3E172-1CDD-AD46-A992-8C9A62123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1160D-F506-324B-95D6-906EEF84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8D2D9-40F9-094F-BDDE-88C4F786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87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44581-98BE-D547-B2AC-2D226C0C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4D650-ED66-984B-8C7E-059C3305C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65254-B9E3-F147-83B2-AB7716075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BE0FB-F34A-C446-A722-7870484D9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D05BC-39AF-6A44-9887-4DAB3FA9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5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AA0FC3-E4CA-7441-A81F-DD1FCDF9BF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1B6C1-EE68-A941-B178-D276B4B1F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4A8B6-0607-6747-A5B9-15D13DE3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C4A86-1B04-1742-B1F3-CAFCDDE6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2CDA4-785B-304B-AB03-4B6BD226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2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10B10-3E33-B848-983B-A04F9BE89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4FAB9-99D8-1B4F-AF25-A97A9F0F6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5B17-9F45-D849-B392-B66115445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95D4D-42F2-D44C-ADF7-DA595129EE93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273F1-E6DA-7745-870F-287C436B63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201B7-722C-1341-8D1A-A44A96119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1D253-CF15-7F4A-98C9-9B71075DD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7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54">
            <a:extLst>
              <a:ext uri="{FF2B5EF4-FFF2-40B4-BE49-F238E27FC236}">
                <a16:creationId xmlns:a16="http://schemas.microsoft.com/office/drawing/2014/main" id="{442F1C99-DC89-4C0E-9645-78ED266B8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685800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4" name="Group 56">
            <a:extLst>
              <a:ext uri="{FF2B5EF4-FFF2-40B4-BE49-F238E27FC236}">
                <a16:creationId xmlns:a16="http://schemas.microsoft.com/office/drawing/2014/main" id="{4396BB5E-BA6F-47C5-9F8F-843CAB8EC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E493B59-0272-4463-9451-E587EB26F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0" y="0"/>
              <a:ext cx="12191999" cy="6858000"/>
            </a:xfrm>
            <a:custGeom>
              <a:avLst/>
              <a:gdLst>
                <a:gd name="connsiteX0" fmla="*/ 12191997 w 12191999"/>
                <a:gd name="connsiteY0" fmla="*/ 0 h 6858000"/>
                <a:gd name="connsiteX1" fmla="*/ 12191999 w 12191999"/>
                <a:gd name="connsiteY1" fmla="*/ 0 h 6858000"/>
                <a:gd name="connsiteX2" fmla="*/ 12191999 w 12191999"/>
                <a:gd name="connsiteY2" fmla="*/ 6181404 h 6858000"/>
                <a:gd name="connsiteX3" fmla="*/ 12191997 w 12191999"/>
                <a:gd name="connsiteY3" fmla="*/ 6181404 h 6858000"/>
                <a:gd name="connsiteX4" fmla="*/ 0 w 12191999"/>
                <a:gd name="connsiteY4" fmla="*/ 0 h 6858000"/>
                <a:gd name="connsiteX5" fmla="*/ 1 w 12191999"/>
                <a:gd name="connsiteY5" fmla="*/ 0 h 6858000"/>
                <a:gd name="connsiteX6" fmla="*/ 1 w 12191999"/>
                <a:gd name="connsiteY6" fmla="*/ 6181404 h 6858000"/>
                <a:gd name="connsiteX7" fmla="*/ 1853 w 12191999"/>
                <a:gd name="connsiteY7" fmla="*/ 6181361 h 6858000"/>
                <a:gd name="connsiteX8" fmla="*/ 62178 w 12191999"/>
                <a:gd name="connsiteY8" fmla="*/ 6173423 h 6858000"/>
                <a:gd name="connsiteX9" fmla="*/ 114565 w 12191999"/>
                <a:gd name="connsiteY9" fmla="*/ 6162311 h 6858000"/>
                <a:gd name="connsiteX10" fmla="*/ 160603 w 12191999"/>
                <a:gd name="connsiteY10" fmla="*/ 6148023 h 6858000"/>
                <a:gd name="connsiteX11" fmla="*/ 201878 w 12191999"/>
                <a:gd name="connsiteY11" fmla="*/ 6132148 h 6858000"/>
                <a:gd name="connsiteX12" fmla="*/ 238390 w 12191999"/>
                <a:gd name="connsiteY12" fmla="*/ 6113098 h 6858000"/>
                <a:gd name="connsiteX13" fmla="*/ 276490 w 12191999"/>
                <a:gd name="connsiteY13" fmla="*/ 6094048 h 6858000"/>
                <a:gd name="connsiteX14" fmla="*/ 314590 w 12191999"/>
                <a:gd name="connsiteY14" fmla="*/ 6074998 h 6858000"/>
                <a:gd name="connsiteX15" fmla="*/ 351103 w 12191999"/>
                <a:gd name="connsiteY15" fmla="*/ 6059123 h 6858000"/>
                <a:gd name="connsiteX16" fmla="*/ 392378 w 12191999"/>
                <a:gd name="connsiteY16" fmla="*/ 6043248 h 6858000"/>
                <a:gd name="connsiteX17" fmla="*/ 438415 w 12191999"/>
                <a:gd name="connsiteY17" fmla="*/ 6027373 h 6858000"/>
                <a:gd name="connsiteX18" fmla="*/ 490803 w 12191999"/>
                <a:gd name="connsiteY18" fmla="*/ 6016261 h 6858000"/>
                <a:gd name="connsiteX19" fmla="*/ 551128 w 12191999"/>
                <a:gd name="connsiteY19" fmla="*/ 6009911 h 6858000"/>
                <a:gd name="connsiteX20" fmla="*/ 619390 w 12191999"/>
                <a:gd name="connsiteY20" fmla="*/ 6006736 h 6858000"/>
                <a:gd name="connsiteX21" fmla="*/ 687653 w 12191999"/>
                <a:gd name="connsiteY21" fmla="*/ 6009911 h 6858000"/>
                <a:gd name="connsiteX22" fmla="*/ 747978 w 12191999"/>
                <a:gd name="connsiteY22" fmla="*/ 6016261 h 6858000"/>
                <a:gd name="connsiteX23" fmla="*/ 800365 w 12191999"/>
                <a:gd name="connsiteY23" fmla="*/ 6027373 h 6858000"/>
                <a:gd name="connsiteX24" fmla="*/ 846403 w 12191999"/>
                <a:gd name="connsiteY24" fmla="*/ 6043248 h 6858000"/>
                <a:gd name="connsiteX25" fmla="*/ 887678 w 12191999"/>
                <a:gd name="connsiteY25" fmla="*/ 6059123 h 6858000"/>
                <a:gd name="connsiteX26" fmla="*/ 924190 w 12191999"/>
                <a:gd name="connsiteY26" fmla="*/ 6074998 h 6858000"/>
                <a:gd name="connsiteX27" fmla="*/ 962290 w 12191999"/>
                <a:gd name="connsiteY27" fmla="*/ 6094048 h 6858000"/>
                <a:gd name="connsiteX28" fmla="*/ 1000390 w 12191999"/>
                <a:gd name="connsiteY28" fmla="*/ 6113098 h 6858000"/>
                <a:gd name="connsiteX29" fmla="*/ 1036903 w 12191999"/>
                <a:gd name="connsiteY29" fmla="*/ 6132148 h 6858000"/>
                <a:gd name="connsiteX30" fmla="*/ 1078178 w 12191999"/>
                <a:gd name="connsiteY30" fmla="*/ 6148023 h 6858000"/>
                <a:gd name="connsiteX31" fmla="*/ 1124215 w 12191999"/>
                <a:gd name="connsiteY31" fmla="*/ 6162311 h 6858000"/>
                <a:gd name="connsiteX32" fmla="*/ 1176603 w 12191999"/>
                <a:gd name="connsiteY32" fmla="*/ 6173423 h 6858000"/>
                <a:gd name="connsiteX33" fmla="*/ 1236928 w 12191999"/>
                <a:gd name="connsiteY33" fmla="*/ 6181361 h 6858000"/>
                <a:gd name="connsiteX34" fmla="*/ 1305190 w 12191999"/>
                <a:gd name="connsiteY34" fmla="*/ 6182948 h 6858000"/>
                <a:gd name="connsiteX35" fmla="*/ 1373453 w 12191999"/>
                <a:gd name="connsiteY35" fmla="*/ 6181361 h 6858000"/>
                <a:gd name="connsiteX36" fmla="*/ 1433778 w 12191999"/>
                <a:gd name="connsiteY36" fmla="*/ 6173423 h 6858000"/>
                <a:gd name="connsiteX37" fmla="*/ 1486165 w 12191999"/>
                <a:gd name="connsiteY37" fmla="*/ 6162311 h 6858000"/>
                <a:gd name="connsiteX38" fmla="*/ 1532203 w 12191999"/>
                <a:gd name="connsiteY38" fmla="*/ 6148023 h 6858000"/>
                <a:gd name="connsiteX39" fmla="*/ 1573478 w 12191999"/>
                <a:gd name="connsiteY39" fmla="*/ 6132148 h 6858000"/>
                <a:gd name="connsiteX40" fmla="*/ 1609990 w 12191999"/>
                <a:gd name="connsiteY40" fmla="*/ 6113098 h 6858000"/>
                <a:gd name="connsiteX41" fmla="*/ 1648090 w 12191999"/>
                <a:gd name="connsiteY41" fmla="*/ 6094048 h 6858000"/>
                <a:gd name="connsiteX42" fmla="*/ 1686190 w 12191999"/>
                <a:gd name="connsiteY42" fmla="*/ 6074998 h 6858000"/>
                <a:gd name="connsiteX43" fmla="*/ 1722703 w 12191999"/>
                <a:gd name="connsiteY43" fmla="*/ 6059123 h 6858000"/>
                <a:gd name="connsiteX44" fmla="*/ 1763978 w 12191999"/>
                <a:gd name="connsiteY44" fmla="*/ 6043248 h 6858000"/>
                <a:gd name="connsiteX45" fmla="*/ 1810015 w 12191999"/>
                <a:gd name="connsiteY45" fmla="*/ 6027373 h 6858000"/>
                <a:gd name="connsiteX46" fmla="*/ 1862403 w 12191999"/>
                <a:gd name="connsiteY46" fmla="*/ 6016261 h 6858000"/>
                <a:gd name="connsiteX47" fmla="*/ 1922728 w 12191999"/>
                <a:gd name="connsiteY47" fmla="*/ 6009911 h 6858000"/>
                <a:gd name="connsiteX48" fmla="*/ 1990990 w 12191999"/>
                <a:gd name="connsiteY48" fmla="*/ 6006736 h 6858000"/>
                <a:gd name="connsiteX49" fmla="*/ 2059253 w 12191999"/>
                <a:gd name="connsiteY49" fmla="*/ 6009911 h 6858000"/>
                <a:gd name="connsiteX50" fmla="*/ 2119578 w 12191999"/>
                <a:gd name="connsiteY50" fmla="*/ 6016261 h 6858000"/>
                <a:gd name="connsiteX51" fmla="*/ 2171965 w 12191999"/>
                <a:gd name="connsiteY51" fmla="*/ 6027373 h 6858000"/>
                <a:gd name="connsiteX52" fmla="*/ 2218003 w 12191999"/>
                <a:gd name="connsiteY52" fmla="*/ 6043248 h 6858000"/>
                <a:gd name="connsiteX53" fmla="*/ 2259278 w 12191999"/>
                <a:gd name="connsiteY53" fmla="*/ 6059123 h 6858000"/>
                <a:gd name="connsiteX54" fmla="*/ 2295790 w 12191999"/>
                <a:gd name="connsiteY54" fmla="*/ 6074998 h 6858000"/>
                <a:gd name="connsiteX55" fmla="*/ 2333890 w 12191999"/>
                <a:gd name="connsiteY55" fmla="*/ 6094048 h 6858000"/>
                <a:gd name="connsiteX56" fmla="*/ 2371990 w 12191999"/>
                <a:gd name="connsiteY56" fmla="*/ 6113098 h 6858000"/>
                <a:gd name="connsiteX57" fmla="*/ 2408503 w 12191999"/>
                <a:gd name="connsiteY57" fmla="*/ 6132148 h 6858000"/>
                <a:gd name="connsiteX58" fmla="*/ 2449778 w 12191999"/>
                <a:gd name="connsiteY58" fmla="*/ 6148023 h 6858000"/>
                <a:gd name="connsiteX59" fmla="*/ 2495815 w 12191999"/>
                <a:gd name="connsiteY59" fmla="*/ 6162311 h 6858000"/>
                <a:gd name="connsiteX60" fmla="*/ 2548203 w 12191999"/>
                <a:gd name="connsiteY60" fmla="*/ 6173423 h 6858000"/>
                <a:gd name="connsiteX61" fmla="*/ 2608528 w 12191999"/>
                <a:gd name="connsiteY61" fmla="*/ 6181361 h 6858000"/>
                <a:gd name="connsiteX62" fmla="*/ 2676790 w 12191999"/>
                <a:gd name="connsiteY62" fmla="*/ 6182948 h 6858000"/>
                <a:gd name="connsiteX63" fmla="*/ 2745053 w 12191999"/>
                <a:gd name="connsiteY63" fmla="*/ 6181361 h 6858000"/>
                <a:gd name="connsiteX64" fmla="*/ 2805378 w 12191999"/>
                <a:gd name="connsiteY64" fmla="*/ 6173423 h 6858000"/>
                <a:gd name="connsiteX65" fmla="*/ 2857765 w 12191999"/>
                <a:gd name="connsiteY65" fmla="*/ 6162311 h 6858000"/>
                <a:gd name="connsiteX66" fmla="*/ 2903803 w 12191999"/>
                <a:gd name="connsiteY66" fmla="*/ 6148023 h 6858000"/>
                <a:gd name="connsiteX67" fmla="*/ 2945078 w 12191999"/>
                <a:gd name="connsiteY67" fmla="*/ 6132148 h 6858000"/>
                <a:gd name="connsiteX68" fmla="*/ 2981590 w 12191999"/>
                <a:gd name="connsiteY68" fmla="*/ 6113098 h 6858000"/>
                <a:gd name="connsiteX69" fmla="*/ 3019690 w 12191999"/>
                <a:gd name="connsiteY69" fmla="*/ 6094048 h 6858000"/>
                <a:gd name="connsiteX70" fmla="*/ 3057790 w 12191999"/>
                <a:gd name="connsiteY70" fmla="*/ 6074998 h 6858000"/>
                <a:gd name="connsiteX71" fmla="*/ 3094303 w 12191999"/>
                <a:gd name="connsiteY71" fmla="*/ 6059123 h 6858000"/>
                <a:gd name="connsiteX72" fmla="*/ 3135578 w 12191999"/>
                <a:gd name="connsiteY72" fmla="*/ 6043248 h 6858000"/>
                <a:gd name="connsiteX73" fmla="*/ 3181615 w 12191999"/>
                <a:gd name="connsiteY73" fmla="*/ 6027373 h 6858000"/>
                <a:gd name="connsiteX74" fmla="*/ 3234003 w 12191999"/>
                <a:gd name="connsiteY74" fmla="*/ 6016261 h 6858000"/>
                <a:gd name="connsiteX75" fmla="*/ 3294328 w 12191999"/>
                <a:gd name="connsiteY75" fmla="*/ 6009911 h 6858000"/>
                <a:gd name="connsiteX76" fmla="*/ 3361003 w 12191999"/>
                <a:gd name="connsiteY76" fmla="*/ 6006736 h 6858000"/>
                <a:gd name="connsiteX77" fmla="*/ 3430853 w 12191999"/>
                <a:gd name="connsiteY77" fmla="*/ 6009911 h 6858000"/>
                <a:gd name="connsiteX78" fmla="*/ 3491178 w 12191999"/>
                <a:gd name="connsiteY78" fmla="*/ 6016261 h 6858000"/>
                <a:gd name="connsiteX79" fmla="*/ 3543565 w 12191999"/>
                <a:gd name="connsiteY79" fmla="*/ 6027373 h 6858000"/>
                <a:gd name="connsiteX80" fmla="*/ 3589603 w 12191999"/>
                <a:gd name="connsiteY80" fmla="*/ 6043248 h 6858000"/>
                <a:gd name="connsiteX81" fmla="*/ 3630878 w 12191999"/>
                <a:gd name="connsiteY81" fmla="*/ 6059123 h 6858000"/>
                <a:gd name="connsiteX82" fmla="*/ 3667390 w 12191999"/>
                <a:gd name="connsiteY82" fmla="*/ 6074998 h 6858000"/>
                <a:gd name="connsiteX83" fmla="*/ 3705490 w 12191999"/>
                <a:gd name="connsiteY83" fmla="*/ 6094048 h 6858000"/>
                <a:gd name="connsiteX84" fmla="*/ 3743590 w 12191999"/>
                <a:gd name="connsiteY84" fmla="*/ 6113098 h 6858000"/>
                <a:gd name="connsiteX85" fmla="*/ 3780103 w 12191999"/>
                <a:gd name="connsiteY85" fmla="*/ 6132148 h 6858000"/>
                <a:gd name="connsiteX86" fmla="*/ 3821378 w 12191999"/>
                <a:gd name="connsiteY86" fmla="*/ 6148023 h 6858000"/>
                <a:gd name="connsiteX87" fmla="*/ 3867415 w 12191999"/>
                <a:gd name="connsiteY87" fmla="*/ 6162311 h 6858000"/>
                <a:gd name="connsiteX88" fmla="*/ 3919803 w 12191999"/>
                <a:gd name="connsiteY88" fmla="*/ 6173423 h 6858000"/>
                <a:gd name="connsiteX89" fmla="*/ 3980128 w 12191999"/>
                <a:gd name="connsiteY89" fmla="*/ 6181361 h 6858000"/>
                <a:gd name="connsiteX90" fmla="*/ 4048390 w 12191999"/>
                <a:gd name="connsiteY90" fmla="*/ 6182948 h 6858000"/>
                <a:gd name="connsiteX91" fmla="*/ 4116653 w 12191999"/>
                <a:gd name="connsiteY91" fmla="*/ 6181361 h 6858000"/>
                <a:gd name="connsiteX92" fmla="*/ 4176978 w 12191999"/>
                <a:gd name="connsiteY92" fmla="*/ 6173423 h 6858000"/>
                <a:gd name="connsiteX93" fmla="*/ 4229365 w 12191999"/>
                <a:gd name="connsiteY93" fmla="*/ 6162311 h 6858000"/>
                <a:gd name="connsiteX94" fmla="*/ 4275403 w 12191999"/>
                <a:gd name="connsiteY94" fmla="*/ 6148023 h 6858000"/>
                <a:gd name="connsiteX95" fmla="*/ 4316678 w 12191999"/>
                <a:gd name="connsiteY95" fmla="*/ 6132148 h 6858000"/>
                <a:gd name="connsiteX96" fmla="*/ 4353190 w 12191999"/>
                <a:gd name="connsiteY96" fmla="*/ 6113098 h 6858000"/>
                <a:gd name="connsiteX97" fmla="*/ 4429390 w 12191999"/>
                <a:gd name="connsiteY97" fmla="*/ 6074998 h 6858000"/>
                <a:gd name="connsiteX98" fmla="*/ 4465903 w 12191999"/>
                <a:gd name="connsiteY98" fmla="*/ 6059123 h 6858000"/>
                <a:gd name="connsiteX99" fmla="*/ 4507178 w 12191999"/>
                <a:gd name="connsiteY99" fmla="*/ 6043248 h 6858000"/>
                <a:gd name="connsiteX100" fmla="*/ 4553217 w 12191999"/>
                <a:gd name="connsiteY100" fmla="*/ 6027373 h 6858000"/>
                <a:gd name="connsiteX101" fmla="*/ 4605603 w 12191999"/>
                <a:gd name="connsiteY101" fmla="*/ 6016261 h 6858000"/>
                <a:gd name="connsiteX102" fmla="*/ 4665929 w 12191999"/>
                <a:gd name="connsiteY102" fmla="*/ 6009911 h 6858000"/>
                <a:gd name="connsiteX103" fmla="*/ 4734190 w 12191999"/>
                <a:gd name="connsiteY103" fmla="*/ 6006736 h 6858000"/>
                <a:gd name="connsiteX104" fmla="*/ 4802454 w 12191999"/>
                <a:gd name="connsiteY104" fmla="*/ 6009911 h 6858000"/>
                <a:gd name="connsiteX105" fmla="*/ 4862778 w 12191999"/>
                <a:gd name="connsiteY105" fmla="*/ 6016261 h 6858000"/>
                <a:gd name="connsiteX106" fmla="*/ 4915166 w 12191999"/>
                <a:gd name="connsiteY106" fmla="*/ 6027373 h 6858000"/>
                <a:gd name="connsiteX107" fmla="*/ 4961203 w 12191999"/>
                <a:gd name="connsiteY107" fmla="*/ 6043248 h 6858000"/>
                <a:gd name="connsiteX108" fmla="*/ 5002479 w 12191999"/>
                <a:gd name="connsiteY108" fmla="*/ 6059123 h 6858000"/>
                <a:gd name="connsiteX109" fmla="*/ 5038990 w 12191999"/>
                <a:gd name="connsiteY109" fmla="*/ 6074998 h 6858000"/>
                <a:gd name="connsiteX110" fmla="*/ 5077092 w 12191999"/>
                <a:gd name="connsiteY110" fmla="*/ 6094048 h 6858000"/>
                <a:gd name="connsiteX111" fmla="*/ 5115191 w 12191999"/>
                <a:gd name="connsiteY111" fmla="*/ 6113098 h 6858000"/>
                <a:gd name="connsiteX112" fmla="*/ 5151703 w 12191999"/>
                <a:gd name="connsiteY112" fmla="*/ 6132148 h 6858000"/>
                <a:gd name="connsiteX113" fmla="*/ 5192979 w 12191999"/>
                <a:gd name="connsiteY113" fmla="*/ 6148023 h 6858000"/>
                <a:gd name="connsiteX114" fmla="*/ 5239015 w 12191999"/>
                <a:gd name="connsiteY114" fmla="*/ 6162311 h 6858000"/>
                <a:gd name="connsiteX115" fmla="*/ 5291402 w 12191999"/>
                <a:gd name="connsiteY115" fmla="*/ 6173423 h 6858000"/>
                <a:gd name="connsiteX116" fmla="*/ 5351728 w 12191999"/>
                <a:gd name="connsiteY116" fmla="*/ 6181361 h 6858000"/>
                <a:gd name="connsiteX117" fmla="*/ 5410200 w 12191999"/>
                <a:gd name="connsiteY117" fmla="*/ 6182721 h 6858000"/>
                <a:gd name="connsiteX118" fmla="*/ 5468672 w 12191999"/>
                <a:gd name="connsiteY118" fmla="*/ 6181361 h 6858000"/>
                <a:gd name="connsiteX119" fmla="*/ 5528997 w 12191999"/>
                <a:gd name="connsiteY119" fmla="*/ 6173423 h 6858000"/>
                <a:gd name="connsiteX120" fmla="*/ 5581384 w 12191999"/>
                <a:gd name="connsiteY120" fmla="*/ 6162311 h 6858000"/>
                <a:gd name="connsiteX121" fmla="*/ 5627422 w 12191999"/>
                <a:gd name="connsiteY121" fmla="*/ 6148023 h 6858000"/>
                <a:gd name="connsiteX122" fmla="*/ 5668697 w 12191999"/>
                <a:gd name="connsiteY122" fmla="*/ 6132148 h 6858000"/>
                <a:gd name="connsiteX123" fmla="*/ 5705211 w 12191999"/>
                <a:gd name="connsiteY123" fmla="*/ 6113098 h 6858000"/>
                <a:gd name="connsiteX124" fmla="*/ 5743309 w 12191999"/>
                <a:gd name="connsiteY124" fmla="*/ 6094048 h 6858000"/>
                <a:gd name="connsiteX125" fmla="*/ 5781409 w 12191999"/>
                <a:gd name="connsiteY125" fmla="*/ 6074998 h 6858000"/>
                <a:gd name="connsiteX126" fmla="*/ 5817922 w 12191999"/>
                <a:gd name="connsiteY126" fmla="*/ 6059123 h 6858000"/>
                <a:gd name="connsiteX127" fmla="*/ 5859197 w 12191999"/>
                <a:gd name="connsiteY127" fmla="*/ 6043248 h 6858000"/>
                <a:gd name="connsiteX128" fmla="*/ 5905235 w 12191999"/>
                <a:gd name="connsiteY128" fmla="*/ 6027373 h 6858000"/>
                <a:gd name="connsiteX129" fmla="*/ 5957622 w 12191999"/>
                <a:gd name="connsiteY129" fmla="*/ 6016261 h 6858000"/>
                <a:gd name="connsiteX130" fmla="*/ 6017949 w 12191999"/>
                <a:gd name="connsiteY130" fmla="*/ 6009911 h 6858000"/>
                <a:gd name="connsiteX131" fmla="*/ 6086211 w 12191999"/>
                <a:gd name="connsiteY131" fmla="*/ 6006736 h 6858000"/>
                <a:gd name="connsiteX132" fmla="*/ 6096000 w 12191999"/>
                <a:gd name="connsiteY132" fmla="*/ 6007191 h 6858000"/>
                <a:gd name="connsiteX133" fmla="*/ 6105790 w 12191999"/>
                <a:gd name="connsiteY133" fmla="*/ 6006736 h 6858000"/>
                <a:gd name="connsiteX134" fmla="*/ 6174053 w 12191999"/>
                <a:gd name="connsiteY134" fmla="*/ 6009911 h 6858000"/>
                <a:gd name="connsiteX135" fmla="*/ 6234378 w 12191999"/>
                <a:gd name="connsiteY135" fmla="*/ 6016261 h 6858000"/>
                <a:gd name="connsiteX136" fmla="*/ 6286765 w 12191999"/>
                <a:gd name="connsiteY136" fmla="*/ 6027373 h 6858000"/>
                <a:gd name="connsiteX137" fmla="*/ 6332803 w 12191999"/>
                <a:gd name="connsiteY137" fmla="*/ 6043248 h 6858000"/>
                <a:gd name="connsiteX138" fmla="*/ 6374078 w 12191999"/>
                <a:gd name="connsiteY138" fmla="*/ 6059123 h 6858000"/>
                <a:gd name="connsiteX139" fmla="*/ 6410590 w 12191999"/>
                <a:gd name="connsiteY139" fmla="*/ 6074998 h 6858000"/>
                <a:gd name="connsiteX140" fmla="*/ 6448690 w 12191999"/>
                <a:gd name="connsiteY140" fmla="*/ 6094048 h 6858000"/>
                <a:gd name="connsiteX141" fmla="*/ 6486790 w 12191999"/>
                <a:gd name="connsiteY141" fmla="*/ 6113098 h 6858000"/>
                <a:gd name="connsiteX142" fmla="*/ 6523303 w 12191999"/>
                <a:gd name="connsiteY142" fmla="*/ 6132148 h 6858000"/>
                <a:gd name="connsiteX143" fmla="*/ 6564578 w 12191999"/>
                <a:gd name="connsiteY143" fmla="*/ 6148023 h 6858000"/>
                <a:gd name="connsiteX144" fmla="*/ 6610615 w 12191999"/>
                <a:gd name="connsiteY144" fmla="*/ 6162311 h 6858000"/>
                <a:gd name="connsiteX145" fmla="*/ 6663003 w 12191999"/>
                <a:gd name="connsiteY145" fmla="*/ 6173423 h 6858000"/>
                <a:gd name="connsiteX146" fmla="*/ 6723328 w 12191999"/>
                <a:gd name="connsiteY146" fmla="*/ 6181361 h 6858000"/>
                <a:gd name="connsiteX147" fmla="*/ 6781800 w 12191999"/>
                <a:gd name="connsiteY147" fmla="*/ 6182721 h 6858000"/>
                <a:gd name="connsiteX148" fmla="*/ 6840272 w 12191999"/>
                <a:gd name="connsiteY148" fmla="*/ 6181361 h 6858000"/>
                <a:gd name="connsiteX149" fmla="*/ 6900597 w 12191999"/>
                <a:gd name="connsiteY149" fmla="*/ 6173423 h 6858000"/>
                <a:gd name="connsiteX150" fmla="*/ 6952984 w 12191999"/>
                <a:gd name="connsiteY150" fmla="*/ 6162311 h 6858000"/>
                <a:gd name="connsiteX151" fmla="*/ 6999022 w 12191999"/>
                <a:gd name="connsiteY151" fmla="*/ 6148023 h 6858000"/>
                <a:gd name="connsiteX152" fmla="*/ 7040297 w 12191999"/>
                <a:gd name="connsiteY152" fmla="*/ 6132148 h 6858000"/>
                <a:gd name="connsiteX153" fmla="*/ 7076809 w 12191999"/>
                <a:gd name="connsiteY153" fmla="*/ 6113098 h 6858000"/>
                <a:gd name="connsiteX154" fmla="*/ 7114909 w 12191999"/>
                <a:gd name="connsiteY154" fmla="*/ 6094048 h 6858000"/>
                <a:gd name="connsiteX155" fmla="*/ 7153009 w 12191999"/>
                <a:gd name="connsiteY155" fmla="*/ 6074998 h 6858000"/>
                <a:gd name="connsiteX156" fmla="*/ 7189522 w 12191999"/>
                <a:gd name="connsiteY156" fmla="*/ 6059123 h 6858000"/>
                <a:gd name="connsiteX157" fmla="*/ 7230797 w 12191999"/>
                <a:gd name="connsiteY157" fmla="*/ 6043248 h 6858000"/>
                <a:gd name="connsiteX158" fmla="*/ 7276834 w 12191999"/>
                <a:gd name="connsiteY158" fmla="*/ 6027373 h 6858000"/>
                <a:gd name="connsiteX159" fmla="*/ 7329222 w 12191999"/>
                <a:gd name="connsiteY159" fmla="*/ 6016261 h 6858000"/>
                <a:gd name="connsiteX160" fmla="*/ 7389547 w 12191999"/>
                <a:gd name="connsiteY160" fmla="*/ 6009911 h 6858000"/>
                <a:gd name="connsiteX161" fmla="*/ 7457809 w 12191999"/>
                <a:gd name="connsiteY161" fmla="*/ 6006736 h 6858000"/>
                <a:gd name="connsiteX162" fmla="*/ 7526072 w 12191999"/>
                <a:gd name="connsiteY162" fmla="*/ 6009911 h 6858000"/>
                <a:gd name="connsiteX163" fmla="*/ 7586397 w 12191999"/>
                <a:gd name="connsiteY163" fmla="*/ 6016261 h 6858000"/>
                <a:gd name="connsiteX164" fmla="*/ 7638784 w 12191999"/>
                <a:gd name="connsiteY164" fmla="*/ 6027373 h 6858000"/>
                <a:gd name="connsiteX165" fmla="*/ 7684822 w 12191999"/>
                <a:gd name="connsiteY165" fmla="*/ 6043248 h 6858000"/>
                <a:gd name="connsiteX166" fmla="*/ 7726097 w 12191999"/>
                <a:gd name="connsiteY166" fmla="*/ 6059123 h 6858000"/>
                <a:gd name="connsiteX167" fmla="*/ 7762609 w 12191999"/>
                <a:gd name="connsiteY167" fmla="*/ 6074998 h 6858000"/>
                <a:gd name="connsiteX168" fmla="*/ 7800709 w 12191999"/>
                <a:gd name="connsiteY168" fmla="*/ 6094048 h 6858000"/>
                <a:gd name="connsiteX169" fmla="*/ 7838809 w 12191999"/>
                <a:gd name="connsiteY169" fmla="*/ 6113098 h 6858000"/>
                <a:gd name="connsiteX170" fmla="*/ 7875322 w 12191999"/>
                <a:gd name="connsiteY170" fmla="*/ 6132148 h 6858000"/>
                <a:gd name="connsiteX171" fmla="*/ 7916597 w 12191999"/>
                <a:gd name="connsiteY171" fmla="*/ 6148023 h 6858000"/>
                <a:gd name="connsiteX172" fmla="*/ 7962634 w 12191999"/>
                <a:gd name="connsiteY172" fmla="*/ 6162311 h 6858000"/>
                <a:gd name="connsiteX173" fmla="*/ 8015022 w 12191999"/>
                <a:gd name="connsiteY173" fmla="*/ 6173423 h 6858000"/>
                <a:gd name="connsiteX174" fmla="*/ 8075347 w 12191999"/>
                <a:gd name="connsiteY174" fmla="*/ 6181361 h 6858000"/>
                <a:gd name="connsiteX175" fmla="*/ 8143609 w 12191999"/>
                <a:gd name="connsiteY175" fmla="*/ 6182948 h 6858000"/>
                <a:gd name="connsiteX176" fmla="*/ 8211872 w 12191999"/>
                <a:gd name="connsiteY176" fmla="*/ 6181361 h 6858000"/>
                <a:gd name="connsiteX177" fmla="*/ 8272197 w 12191999"/>
                <a:gd name="connsiteY177" fmla="*/ 6173423 h 6858000"/>
                <a:gd name="connsiteX178" fmla="*/ 8324584 w 12191999"/>
                <a:gd name="connsiteY178" fmla="*/ 6162311 h 6858000"/>
                <a:gd name="connsiteX179" fmla="*/ 8370622 w 12191999"/>
                <a:gd name="connsiteY179" fmla="*/ 6148023 h 6858000"/>
                <a:gd name="connsiteX180" fmla="*/ 8411897 w 12191999"/>
                <a:gd name="connsiteY180" fmla="*/ 6132148 h 6858000"/>
                <a:gd name="connsiteX181" fmla="*/ 8448409 w 12191999"/>
                <a:gd name="connsiteY181" fmla="*/ 6113098 h 6858000"/>
                <a:gd name="connsiteX182" fmla="*/ 8486509 w 12191999"/>
                <a:gd name="connsiteY182" fmla="*/ 6094048 h 6858000"/>
                <a:gd name="connsiteX183" fmla="*/ 8524609 w 12191999"/>
                <a:gd name="connsiteY183" fmla="*/ 6074998 h 6858000"/>
                <a:gd name="connsiteX184" fmla="*/ 8561121 w 12191999"/>
                <a:gd name="connsiteY184" fmla="*/ 6059123 h 6858000"/>
                <a:gd name="connsiteX185" fmla="*/ 8602397 w 12191999"/>
                <a:gd name="connsiteY185" fmla="*/ 6043248 h 6858000"/>
                <a:gd name="connsiteX186" fmla="*/ 8648433 w 12191999"/>
                <a:gd name="connsiteY186" fmla="*/ 6027373 h 6858000"/>
                <a:gd name="connsiteX187" fmla="*/ 8700821 w 12191999"/>
                <a:gd name="connsiteY187" fmla="*/ 6016261 h 6858000"/>
                <a:gd name="connsiteX188" fmla="*/ 8761147 w 12191999"/>
                <a:gd name="connsiteY188" fmla="*/ 6009911 h 6858000"/>
                <a:gd name="connsiteX189" fmla="*/ 8827821 w 12191999"/>
                <a:gd name="connsiteY189" fmla="*/ 6006736 h 6858000"/>
                <a:gd name="connsiteX190" fmla="*/ 8897671 w 12191999"/>
                <a:gd name="connsiteY190" fmla="*/ 6009911 h 6858000"/>
                <a:gd name="connsiteX191" fmla="*/ 8957997 w 12191999"/>
                <a:gd name="connsiteY191" fmla="*/ 6016261 h 6858000"/>
                <a:gd name="connsiteX192" fmla="*/ 9010383 w 12191999"/>
                <a:gd name="connsiteY192" fmla="*/ 6027373 h 6858000"/>
                <a:gd name="connsiteX193" fmla="*/ 9056421 w 12191999"/>
                <a:gd name="connsiteY193" fmla="*/ 6043248 h 6858000"/>
                <a:gd name="connsiteX194" fmla="*/ 9097697 w 12191999"/>
                <a:gd name="connsiteY194" fmla="*/ 6059123 h 6858000"/>
                <a:gd name="connsiteX195" fmla="*/ 9134209 w 12191999"/>
                <a:gd name="connsiteY195" fmla="*/ 6074998 h 6858000"/>
                <a:gd name="connsiteX196" fmla="*/ 9172309 w 12191999"/>
                <a:gd name="connsiteY196" fmla="*/ 6094048 h 6858000"/>
                <a:gd name="connsiteX197" fmla="*/ 9210409 w 12191999"/>
                <a:gd name="connsiteY197" fmla="*/ 6113098 h 6858000"/>
                <a:gd name="connsiteX198" fmla="*/ 9246921 w 12191999"/>
                <a:gd name="connsiteY198" fmla="*/ 6132148 h 6858000"/>
                <a:gd name="connsiteX199" fmla="*/ 9288197 w 12191999"/>
                <a:gd name="connsiteY199" fmla="*/ 6148023 h 6858000"/>
                <a:gd name="connsiteX200" fmla="*/ 9334233 w 12191999"/>
                <a:gd name="connsiteY200" fmla="*/ 6162311 h 6858000"/>
                <a:gd name="connsiteX201" fmla="*/ 9386621 w 12191999"/>
                <a:gd name="connsiteY201" fmla="*/ 6173423 h 6858000"/>
                <a:gd name="connsiteX202" fmla="*/ 9446947 w 12191999"/>
                <a:gd name="connsiteY202" fmla="*/ 6181361 h 6858000"/>
                <a:gd name="connsiteX203" fmla="*/ 9515209 w 12191999"/>
                <a:gd name="connsiteY203" fmla="*/ 6182948 h 6858000"/>
                <a:gd name="connsiteX204" fmla="*/ 9583471 w 12191999"/>
                <a:gd name="connsiteY204" fmla="*/ 6181361 h 6858000"/>
                <a:gd name="connsiteX205" fmla="*/ 9643797 w 12191999"/>
                <a:gd name="connsiteY205" fmla="*/ 6173423 h 6858000"/>
                <a:gd name="connsiteX206" fmla="*/ 9696183 w 12191999"/>
                <a:gd name="connsiteY206" fmla="*/ 6162311 h 6858000"/>
                <a:gd name="connsiteX207" fmla="*/ 9742221 w 12191999"/>
                <a:gd name="connsiteY207" fmla="*/ 6148023 h 6858000"/>
                <a:gd name="connsiteX208" fmla="*/ 9783497 w 12191999"/>
                <a:gd name="connsiteY208" fmla="*/ 6132148 h 6858000"/>
                <a:gd name="connsiteX209" fmla="*/ 9820009 w 12191999"/>
                <a:gd name="connsiteY209" fmla="*/ 6113098 h 6858000"/>
                <a:gd name="connsiteX210" fmla="*/ 9896209 w 12191999"/>
                <a:gd name="connsiteY210" fmla="*/ 6074998 h 6858000"/>
                <a:gd name="connsiteX211" fmla="*/ 9932721 w 12191999"/>
                <a:gd name="connsiteY211" fmla="*/ 6059123 h 6858000"/>
                <a:gd name="connsiteX212" fmla="*/ 9973997 w 12191999"/>
                <a:gd name="connsiteY212" fmla="*/ 6043248 h 6858000"/>
                <a:gd name="connsiteX213" fmla="*/ 10020033 w 12191999"/>
                <a:gd name="connsiteY213" fmla="*/ 6027373 h 6858000"/>
                <a:gd name="connsiteX214" fmla="*/ 10072421 w 12191999"/>
                <a:gd name="connsiteY214" fmla="*/ 6016261 h 6858000"/>
                <a:gd name="connsiteX215" fmla="*/ 10132747 w 12191999"/>
                <a:gd name="connsiteY215" fmla="*/ 6009911 h 6858000"/>
                <a:gd name="connsiteX216" fmla="*/ 10201009 w 12191999"/>
                <a:gd name="connsiteY216" fmla="*/ 6006736 h 6858000"/>
                <a:gd name="connsiteX217" fmla="*/ 10269271 w 12191999"/>
                <a:gd name="connsiteY217" fmla="*/ 6009911 h 6858000"/>
                <a:gd name="connsiteX218" fmla="*/ 10329597 w 12191999"/>
                <a:gd name="connsiteY218" fmla="*/ 6016261 h 6858000"/>
                <a:gd name="connsiteX219" fmla="*/ 10381983 w 12191999"/>
                <a:gd name="connsiteY219" fmla="*/ 6027373 h 6858000"/>
                <a:gd name="connsiteX220" fmla="*/ 10428021 w 12191999"/>
                <a:gd name="connsiteY220" fmla="*/ 6043248 h 6858000"/>
                <a:gd name="connsiteX221" fmla="*/ 10469297 w 12191999"/>
                <a:gd name="connsiteY221" fmla="*/ 6059123 h 6858000"/>
                <a:gd name="connsiteX222" fmla="*/ 10505809 w 12191999"/>
                <a:gd name="connsiteY222" fmla="*/ 6074998 h 6858000"/>
                <a:gd name="connsiteX223" fmla="*/ 10543909 w 12191999"/>
                <a:gd name="connsiteY223" fmla="*/ 6094048 h 6858000"/>
                <a:gd name="connsiteX224" fmla="*/ 10582009 w 12191999"/>
                <a:gd name="connsiteY224" fmla="*/ 6113098 h 6858000"/>
                <a:gd name="connsiteX225" fmla="*/ 10618521 w 12191999"/>
                <a:gd name="connsiteY225" fmla="*/ 6132148 h 6858000"/>
                <a:gd name="connsiteX226" fmla="*/ 10659797 w 12191999"/>
                <a:gd name="connsiteY226" fmla="*/ 6148023 h 6858000"/>
                <a:gd name="connsiteX227" fmla="*/ 10705833 w 12191999"/>
                <a:gd name="connsiteY227" fmla="*/ 6162311 h 6858000"/>
                <a:gd name="connsiteX228" fmla="*/ 10758221 w 12191999"/>
                <a:gd name="connsiteY228" fmla="*/ 6173423 h 6858000"/>
                <a:gd name="connsiteX229" fmla="*/ 10818547 w 12191999"/>
                <a:gd name="connsiteY229" fmla="*/ 6181361 h 6858000"/>
                <a:gd name="connsiteX230" fmla="*/ 10886809 w 12191999"/>
                <a:gd name="connsiteY230" fmla="*/ 6182948 h 6858000"/>
                <a:gd name="connsiteX231" fmla="*/ 10955071 w 12191999"/>
                <a:gd name="connsiteY231" fmla="*/ 6181361 h 6858000"/>
                <a:gd name="connsiteX232" fmla="*/ 11015397 w 12191999"/>
                <a:gd name="connsiteY232" fmla="*/ 6173423 h 6858000"/>
                <a:gd name="connsiteX233" fmla="*/ 11067783 w 12191999"/>
                <a:gd name="connsiteY233" fmla="*/ 6162311 h 6858000"/>
                <a:gd name="connsiteX234" fmla="*/ 11113821 w 12191999"/>
                <a:gd name="connsiteY234" fmla="*/ 6148023 h 6858000"/>
                <a:gd name="connsiteX235" fmla="*/ 11155097 w 12191999"/>
                <a:gd name="connsiteY235" fmla="*/ 6132148 h 6858000"/>
                <a:gd name="connsiteX236" fmla="*/ 11191609 w 12191999"/>
                <a:gd name="connsiteY236" fmla="*/ 6113098 h 6858000"/>
                <a:gd name="connsiteX237" fmla="*/ 11229709 w 12191999"/>
                <a:gd name="connsiteY237" fmla="*/ 6094048 h 6858000"/>
                <a:gd name="connsiteX238" fmla="*/ 11267809 w 12191999"/>
                <a:gd name="connsiteY238" fmla="*/ 6074998 h 6858000"/>
                <a:gd name="connsiteX239" fmla="*/ 11304321 w 12191999"/>
                <a:gd name="connsiteY239" fmla="*/ 6059123 h 6858000"/>
                <a:gd name="connsiteX240" fmla="*/ 11345597 w 12191999"/>
                <a:gd name="connsiteY240" fmla="*/ 6043248 h 6858000"/>
                <a:gd name="connsiteX241" fmla="*/ 11391633 w 12191999"/>
                <a:gd name="connsiteY241" fmla="*/ 6027373 h 6858000"/>
                <a:gd name="connsiteX242" fmla="*/ 11444021 w 12191999"/>
                <a:gd name="connsiteY242" fmla="*/ 6016261 h 6858000"/>
                <a:gd name="connsiteX243" fmla="*/ 11504347 w 12191999"/>
                <a:gd name="connsiteY243" fmla="*/ 6009911 h 6858000"/>
                <a:gd name="connsiteX244" fmla="*/ 11572609 w 12191999"/>
                <a:gd name="connsiteY244" fmla="*/ 6006736 h 6858000"/>
                <a:gd name="connsiteX245" fmla="*/ 11640871 w 12191999"/>
                <a:gd name="connsiteY245" fmla="*/ 6009911 h 6858000"/>
                <a:gd name="connsiteX246" fmla="*/ 11701197 w 12191999"/>
                <a:gd name="connsiteY246" fmla="*/ 6016261 h 6858000"/>
                <a:gd name="connsiteX247" fmla="*/ 11753583 w 12191999"/>
                <a:gd name="connsiteY247" fmla="*/ 6027373 h 6858000"/>
                <a:gd name="connsiteX248" fmla="*/ 11799621 w 12191999"/>
                <a:gd name="connsiteY248" fmla="*/ 6043248 h 6858000"/>
                <a:gd name="connsiteX249" fmla="*/ 11840897 w 12191999"/>
                <a:gd name="connsiteY249" fmla="*/ 6059123 h 6858000"/>
                <a:gd name="connsiteX250" fmla="*/ 11877409 w 12191999"/>
                <a:gd name="connsiteY250" fmla="*/ 6074998 h 6858000"/>
                <a:gd name="connsiteX251" fmla="*/ 11915509 w 12191999"/>
                <a:gd name="connsiteY251" fmla="*/ 6094048 h 6858000"/>
                <a:gd name="connsiteX252" fmla="*/ 11953609 w 12191999"/>
                <a:gd name="connsiteY252" fmla="*/ 6113098 h 6858000"/>
                <a:gd name="connsiteX253" fmla="*/ 11990121 w 12191999"/>
                <a:gd name="connsiteY253" fmla="*/ 6132148 h 6858000"/>
                <a:gd name="connsiteX254" fmla="*/ 12031397 w 12191999"/>
                <a:gd name="connsiteY254" fmla="*/ 6148023 h 6858000"/>
                <a:gd name="connsiteX255" fmla="*/ 12077433 w 12191999"/>
                <a:gd name="connsiteY255" fmla="*/ 6162311 h 6858000"/>
                <a:gd name="connsiteX256" fmla="*/ 12129821 w 12191999"/>
                <a:gd name="connsiteY256" fmla="*/ 6173424 h 6858000"/>
                <a:gd name="connsiteX257" fmla="*/ 12190147 w 12191999"/>
                <a:gd name="connsiteY257" fmla="*/ 6181361 h 6858000"/>
                <a:gd name="connsiteX258" fmla="*/ 12191997 w 12191999"/>
                <a:gd name="connsiteY258" fmla="*/ 6181404 h 6858000"/>
                <a:gd name="connsiteX259" fmla="*/ 12191997 w 12191999"/>
                <a:gd name="connsiteY259" fmla="*/ 6858000 h 6858000"/>
                <a:gd name="connsiteX260" fmla="*/ 1 w 12191999"/>
                <a:gd name="connsiteY260" fmla="*/ 6858000 h 6858000"/>
                <a:gd name="connsiteX261" fmla="*/ 1 w 12191999"/>
                <a:gd name="connsiteY261" fmla="*/ 6551875 h 6858000"/>
                <a:gd name="connsiteX262" fmla="*/ 0 w 12191999"/>
                <a:gd name="connsiteY262" fmla="*/ 655187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</a:cxnLst>
              <a:rect l="l" t="t" r="r" b="b"/>
              <a:pathLst>
                <a:path w="12191999" h="6858000">
                  <a:moveTo>
                    <a:pt x="12191997" y="0"/>
                  </a:moveTo>
                  <a:lnTo>
                    <a:pt x="12191999" y="0"/>
                  </a:lnTo>
                  <a:lnTo>
                    <a:pt x="12191999" y="6181404"/>
                  </a:lnTo>
                  <a:lnTo>
                    <a:pt x="12191997" y="6181404"/>
                  </a:lnTo>
                  <a:close/>
                  <a:moveTo>
                    <a:pt x="0" y="0"/>
                  </a:moveTo>
                  <a:lnTo>
                    <a:pt x="1" y="0"/>
                  </a:lnTo>
                  <a:lnTo>
                    <a:pt x="1" y="6181404"/>
                  </a:lnTo>
                  <a:lnTo>
                    <a:pt x="1853" y="6181361"/>
                  </a:lnTo>
                  <a:lnTo>
                    <a:pt x="62178" y="6173423"/>
                  </a:lnTo>
                  <a:lnTo>
                    <a:pt x="114565" y="6162311"/>
                  </a:lnTo>
                  <a:lnTo>
                    <a:pt x="160603" y="6148023"/>
                  </a:lnTo>
                  <a:lnTo>
                    <a:pt x="201878" y="6132148"/>
                  </a:lnTo>
                  <a:lnTo>
                    <a:pt x="238390" y="6113098"/>
                  </a:lnTo>
                  <a:lnTo>
                    <a:pt x="276490" y="6094048"/>
                  </a:lnTo>
                  <a:lnTo>
                    <a:pt x="314590" y="6074998"/>
                  </a:lnTo>
                  <a:lnTo>
                    <a:pt x="351103" y="6059123"/>
                  </a:lnTo>
                  <a:lnTo>
                    <a:pt x="392378" y="6043248"/>
                  </a:lnTo>
                  <a:lnTo>
                    <a:pt x="438415" y="6027373"/>
                  </a:lnTo>
                  <a:lnTo>
                    <a:pt x="490803" y="6016261"/>
                  </a:lnTo>
                  <a:lnTo>
                    <a:pt x="551128" y="6009911"/>
                  </a:lnTo>
                  <a:lnTo>
                    <a:pt x="619390" y="6006736"/>
                  </a:lnTo>
                  <a:lnTo>
                    <a:pt x="687653" y="6009911"/>
                  </a:lnTo>
                  <a:lnTo>
                    <a:pt x="747978" y="6016261"/>
                  </a:lnTo>
                  <a:lnTo>
                    <a:pt x="800365" y="6027373"/>
                  </a:lnTo>
                  <a:lnTo>
                    <a:pt x="846403" y="6043248"/>
                  </a:lnTo>
                  <a:lnTo>
                    <a:pt x="887678" y="6059123"/>
                  </a:lnTo>
                  <a:lnTo>
                    <a:pt x="924190" y="6074998"/>
                  </a:lnTo>
                  <a:lnTo>
                    <a:pt x="962290" y="6094048"/>
                  </a:lnTo>
                  <a:lnTo>
                    <a:pt x="1000390" y="6113098"/>
                  </a:lnTo>
                  <a:lnTo>
                    <a:pt x="1036903" y="6132148"/>
                  </a:lnTo>
                  <a:lnTo>
                    <a:pt x="1078178" y="6148023"/>
                  </a:lnTo>
                  <a:lnTo>
                    <a:pt x="1124215" y="6162311"/>
                  </a:lnTo>
                  <a:lnTo>
                    <a:pt x="1176603" y="6173423"/>
                  </a:lnTo>
                  <a:lnTo>
                    <a:pt x="1236928" y="6181361"/>
                  </a:lnTo>
                  <a:lnTo>
                    <a:pt x="1305190" y="6182948"/>
                  </a:lnTo>
                  <a:lnTo>
                    <a:pt x="1373453" y="6181361"/>
                  </a:lnTo>
                  <a:lnTo>
                    <a:pt x="1433778" y="6173423"/>
                  </a:lnTo>
                  <a:lnTo>
                    <a:pt x="1486165" y="6162311"/>
                  </a:lnTo>
                  <a:lnTo>
                    <a:pt x="1532203" y="6148023"/>
                  </a:lnTo>
                  <a:lnTo>
                    <a:pt x="1573478" y="6132148"/>
                  </a:lnTo>
                  <a:lnTo>
                    <a:pt x="1609990" y="6113098"/>
                  </a:lnTo>
                  <a:lnTo>
                    <a:pt x="1648090" y="6094048"/>
                  </a:lnTo>
                  <a:lnTo>
                    <a:pt x="1686190" y="6074998"/>
                  </a:lnTo>
                  <a:lnTo>
                    <a:pt x="1722703" y="6059123"/>
                  </a:lnTo>
                  <a:lnTo>
                    <a:pt x="1763978" y="6043248"/>
                  </a:lnTo>
                  <a:lnTo>
                    <a:pt x="1810015" y="6027373"/>
                  </a:lnTo>
                  <a:lnTo>
                    <a:pt x="1862403" y="6016261"/>
                  </a:lnTo>
                  <a:lnTo>
                    <a:pt x="1922728" y="6009911"/>
                  </a:lnTo>
                  <a:lnTo>
                    <a:pt x="1990990" y="6006736"/>
                  </a:lnTo>
                  <a:lnTo>
                    <a:pt x="2059253" y="6009911"/>
                  </a:lnTo>
                  <a:lnTo>
                    <a:pt x="2119578" y="6016261"/>
                  </a:lnTo>
                  <a:lnTo>
                    <a:pt x="2171965" y="6027373"/>
                  </a:lnTo>
                  <a:lnTo>
                    <a:pt x="2218003" y="6043248"/>
                  </a:lnTo>
                  <a:lnTo>
                    <a:pt x="2259278" y="6059123"/>
                  </a:lnTo>
                  <a:lnTo>
                    <a:pt x="2295790" y="6074998"/>
                  </a:lnTo>
                  <a:lnTo>
                    <a:pt x="2333890" y="6094048"/>
                  </a:lnTo>
                  <a:lnTo>
                    <a:pt x="2371990" y="6113098"/>
                  </a:lnTo>
                  <a:lnTo>
                    <a:pt x="2408503" y="6132148"/>
                  </a:lnTo>
                  <a:lnTo>
                    <a:pt x="2449778" y="6148023"/>
                  </a:lnTo>
                  <a:lnTo>
                    <a:pt x="2495815" y="6162311"/>
                  </a:lnTo>
                  <a:lnTo>
                    <a:pt x="2548203" y="6173423"/>
                  </a:lnTo>
                  <a:lnTo>
                    <a:pt x="2608528" y="6181361"/>
                  </a:lnTo>
                  <a:lnTo>
                    <a:pt x="2676790" y="6182948"/>
                  </a:lnTo>
                  <a:lnTo>
                    <a:pt x="2745053" y="6181361"/>
                  </a:lnTo>
                  <a:lnTo>
                    <a:pt x="2805378" y="6173423"/>
                  </a:lnTo>
                  <a:lnTo>
                    <a:pt x="2857765" y="6162311"/>
                  </a:lnTo>
                  <a:lnTo>
                    <a:pt x="2903803" y="6148023"/>
                  </a:lnTo>
                  <a:lnTo>
                    <a:pt x="2945078" y="6132148"/>
                  </a:lnTo>
                  <a:lnTo>
                    <a:pt x="2981590" y="6113098"/>
                  </a:lnTo>
                  <a:lnTo>
                    <a:pt x="3019690" y="6094048"/>
                  </a:lnTo>
                  <a:lnTo>
                    <a:pt x="3057790" y="6074998"/>
                  </a:lnTo>
                  <a:lnTo>
                    <a:pt x="3094303" y="6059123"/>
                  </a:lnTo>
                  <a:lnTo>
                    <a:pt x="3135578" y="6043248"/>
                  </a:lnTo>
                  <a:lnTo>
                    <a:pt x="3181615" y="6027373"/>
                  </a:lnTo>
                  <a:lnTo>
                    <a:pt x="3234003" y="6016261"/>
                  </a:lnTo>
                  <a:lnTo>
                    <a:pt x="3294328" y="6009911"/>
                  </a:lnTo>
                  <a:lnTo>
                    <a:pt x="3361003" y="6006736"/>
                  </a:lnTo>
                  <a:lnTo>
                    <a:pt x="3430853" y="6009911"/>
                  </a:lnTo>
                  <a:lnTo>
                    <a:pt x="3491178" y="6016261"/>
                  </a:lnTo>
                  <a:lnTo>
                    <a:pt x="3543565" y="6027373"/>
                  </a:lnTo>
                  <a:lnTo>
                    <a:pt x="3589603" y="6043248"/>
                  </a:lnTo>
                  <a:lnTo>
                    <a:pt x="3630878" y="6059123"/>
                  </a:lnTo>
                  <a:lnTo>
                    <a:pt x="3667390" y="6074998"/>
                  </a:lnTo>
                  <a:lnTo>
                    <a:pt x="3705490" y="6094048"/>
                  </a:lnTo>
                  <a:lnTo>
                    <a:pt x="3743590" y="6113098"/>
                  </a:lnTo>
                  <a:lnTo>
                    <a:pt x="3780103" y="6132148"/>
                  </a:lnTo>
                  <a:lnTo>
                    <a:pt x="3821378" y="6148023"/>
                  </a:lnTo>
                  <a:lnTo>
                    <a:pt x="3867415" y="6162311"/>
                  </a:lnTo>
                  <a:lnTo>
                    <a:pt x="3919803" y="6173423"/>
                  </a:lnTo>
                  <a:lnTo>
                    <a:pt x="3980128" y="6181361"/>
                  </a:lnTo>
                  <a:lnTo>
                    <a:pt x="4048390" y="6182948"/>
                  </a:lnTo>
                  <a:lnTo>
                    <a:pt x="4116653" y="6181361"/>
                  </a:lnTo>
                  <a:lnTo>
                    <a:pt x="4176978" y="6173423"/>
                  </a:lnTo>
                  <a:lnTo>
                    <a:pt x="4229365" y="6162311"/>
                  </a:lnTo>
                  <a:lnTo>
                    <a:pt x="4275403" y="6148023"/>
                  </a:lnTo>
                  <a:lnTo>
                    <a:pt x="4316678" y="6132148"/>
                  </a:lnTo>
                  <a:lnTo>
                    <a:pt x="4353190" y="6113098"/>
                  </a:lnTo>
                  <a:lnTo>
                    <a:pt x="4429390" y="6074998"/>
                  </a:lnTo>
                  <a:lnTo>
                    <a:pt x="4465903" y="6059123"/>
                  </a:lnTo>
                  <a:lnTo>
                    <a:pt x="4507178" y="6043248"/>
                  </a:lnTo>
                  <a:lnTo>
                    <a:pt x="4553217" y="6027373"/>
                  </a:lnTo>
                  <a:lnTo>
                    <a:pt x="4605603" y="6016261"/>
                  </a:lnTo>
                  <a:lnTo>
                    <a:pt x="4665929" y="6009911"/>
                  </a:lnTo>
                  <a:lnTo>
                    <a:pt x="4734190" y="6006736"/>
                  </a:lnTo>
                  <a:lnTo>
                    <a:pt x="4802454" y="6009911"/>
                  </a:lnTo>
                  <a:lnTo>
                    <a:pt x="4862778" y="6016261"/>
                  </a:lnTo>
                  <a:lnTo>
                    <a:pt x="4915166" y="6027373"/>
                  </a:lnTo>
                  <a:lnTo>
                    <a:pt x="4961203" y="6043248"/>
                  </a:lnTo>
                  <a:lnTo>
                    <a:pt x="5002479" y="6059123"/>
                  </a:lnTo>
                  <a:lnTo>
                    <a:pt x="5038990" y="6074998"/>
                  </a:lnTo>
                  <a:lnTo>
                    <a:pt x="5077092" y="6094048"/>
                  </a:lnTo>
                  <a:lnTo>
                    <a:pt x="5115191" y="6113098"/>
                  </a:lnTo>
                  <a:lnTo>
                    <a:pt x="5151703" y="6132148"/>
                  </a:lnTo>
                  <a:lnTo>
                    <a:pt x="5192979" y="6148023"/>
                  </a:lnTo>
                  <a:lnTo>
                    <a:pt x="5239015" y="6162311"/>
                  </a:lnTo>
                  <a:lnTo>
                    <a:pt x="5291402" y="6173423"/>
                  </a:lnTo>
                  <a:lnTo>
                    <a:pt x="5351728" y="6181361"/>
                  </a:lnTo>
                  <a:lnTo>
                    <a:pt x="5410200" y="6182721"/>
                  </a:lnTo>
                  <a:lnTo>
                    <a:pt x="5468672" y="6181361"/>
                  </a:lnTo>
                  <a:lnTo>
                    <a:pt x="5528997" y="6173423"/>
                  </a:lnTo>
                  <a:lnTo>
                    <a:pt x="5581384" y="6162311"/>
                  </a:lnTo>
                  <a:lnTo>
                    <a:pt x="5627422" y="6148023"/>
                  </a:lnTo>
                  <a:lnTo>
                    <a:pt x="5668697" y="6132148"/>
                  </a:lnTo>
                  <a:lnTo>
                    <a:pt x="5705211" y="6113098"/>
                  </a:lnTo>
                  <a:lnTo>
                    <a:pt x="5743309" y="6094048"/>
                  </a:lnTo>
                  <a:lnTo>
                    <a:pt x="5781409" y="6074998"/>
                  </a:lnTo>
                  <a:lnTo>
                    <a:pt x="5817922" y="6059123"/>
                  </a:lnTo>
                  <a:lnTo>
                    <a:pt x="5859197" y="6043248"/>
                  </a:lnTo>
                  <a:lnTo>
                    <a:pt x="5905235" y="6027373"/>
                  </a:lnTo>
                  <a:lnTo>
                    <a:pt x="5957622" y="6016261"/>
                  </a:lnTo>
                  <a:lnTo>
                    <a:pt x="6017949" y="6009911"/>
                  </a:lnTo>
                  <a:lnTo>
                    <a:pt x="6086211" y="6006736"/>
                  </a:lnTo>
                  <a:lnTo>
                    <a:pt x="6096000" y="6007191"/>
                  </a:lnTo>
                  <a:lnTo>
                    <a:pt x="6105790" y="6006736"/>
                  </a:lnTo>
                  <a:lnTo>
                    <a:pt x="6174053" y="6009911"/>
                  </a:lnTo>
                  <a:lnTo>
                    <a:pt x="6234378" y="6016261"/>
                  </a:lnTo>
                  <a:lnTo>
                    <a:pt x="6286765" y="6027373"/>
                  </a:lnTo>
                  <a:lnTo>
                    <a:pt x="6332803" y="6043248"/>
                  </a:lnTo>
                  <a:lnTo>
                    <a:pt x="6374078" y="6059123"/>
                  </a:lnTo>
                  <a:lnTo>
                    <a:pt x="6410590" y="6074998"/>
                  </a:lnTo>
                  <a:lnTo>
                    <a:pt x="6448690" y="6094048"/>
                  </a:lnTo>
                  <a:lnTo>
                    <a:pt x="6486790" y="6113098"/>
                  </a:lnTo>
                  <a:lnTo>
                    <a:pt x="6523303" y="6132148"/>
                  </a:lnTo>
                  <a:lnTo>
                    <a:pt x="6564578" y="6148023"/>
                  </a:lnTo>
                  <a:lnTo>
                    <a:pt x="6610615" y="6162311"/>
                  </a:lnTo>
                  <a:lnTo>
                    <a:pt x="6663003" y="6173423"/>
                  </a:lnTo>
                  <a:lnTo>
                    <a:pt x="6723328" y="6181361"/>
                  </a:lnTo>
                  <a:lnTo>
                    <a:pt x="6781800" y="6182721"/>
                  </a:lnTo>
                  <a:lnTo>
                    <a:pt x="6840272" y="6181361"/>
                  </a:lnTo>
                  <a:lnTo>
                    <a:pt x="6900597" y="6173423"/>
                  </a:lnTo>
                  <a:lnTo>
                    <a:pt x="6952984" y="6162311"/>
                  </a:lnTo>
                  <a:lnTo>
                    <a:pt x="6999022" y="6148023"/>
                  </a:lnTo>
                  <a:lnTo>
                    <a:pt x="7040297" y="6132148"/>
                  </a:lnTo>
                  <a:lnTo>
                    <a:pt x="7076809" y="6113098"/>
                  </a:lnTo>
                  <a:lnTo>
                    <a:pt x="7114909" y="6094048"/>
                  </a:lnTo>
                  <a:lnTo>
                    <a:pt x="7153009" y="6074998"/>
                  </a:lnTo>
                  <a:lnTo>
                    <a:pt x="7189522" y="6059123"/>
                  </a:lnTo>
                  <a:lnTo>
                    <a:pt x="7230797" y="6043248"/>
                  </a:lnTo>
                  <a:lnTo>
                    <a:pt x="7276834" y="6027373"/>
                  </a:lnTo>
                  <a:lnTo>
                    <a:pt x="7329222" y="6016261"/>
                  </a:lnTo>
                  <a:lnTo>
                    <a:pt x="7389547" y="6009911"/>
                  </a:lnTo>
                  <a:lnTo>
                    <a:pt x="7457809" y="6006736"/>
                  </a:lnTo>
                  <a:lnTo>
                    <a:pt x="7526072" y="6009911"/>
                  </a:lnTo>
                  <a:lnTo>
                    <a:pt x="7586397" y="6016261"/>
                  </a:lnTo>
                  <a:lnTo>
                    <a:pt x="7638784" y="6027373"/>
                  </a:lnTo>
                  <a:lnTo>
                    <a:pt x="7684822" y="6043248"/>
                  </a:lnTo>
                  <a:lnTo>
                    <a:pt x="7726097" y="6059123"/>
                  </a:lnTo>
                  <a:lnTo>
                    <a:pt x="7762609" y="6074998"/>
                  </a:lnTo>
                  <a:lnTo>
                    <a:pt x="7800709" y="6094048"/>
                  </a:lnTo>
                  <a:lnTo>
                    <a:pt x="7838809" y="6113098"/>
                  </a:lnTo>
                  <a:lnTo>
                    <a:pt x="7875322" y="6132148"/>
                  </a:lnTo>
                  <a:lnTo>
                    <a:pt x="7916597" y="6148023"/>
                  </a:lnTo>
                  <a:lnTo>
                    <a:pt x="7962634" y="6162311"/>
                  </a:lnTo>
                  <a:lnTo>
                    <a:pt x="8015022" y="6173423"/>
                  </a:lnTo>
                  <a:lnTo>
                    <a:pt x="8075347" y="6181361"/>
                  </a:lnTo>
                  <a:lnTo>
                    <a:pt x="8143609" y="6182948"/>
                  </a:lnTo>
                  <a:lnTo>
                    <a:pt x="8211872" y="6181361"/>
                  </a:lnTo>
                  <a:lnTo>
                    <a:pt x="8272197" y="6173423"/>
                  </a:lnTo>
                  <a:lnTo>
                    <a:pt x="8324584" y="6162311"/>
                  </a:lnTo>
                  <a:lnTo>
                    <a:pt x="8370622" y="6148023"/>
                  </a:lnTo>
                  <a:lnTo>
                    <a:pt x="8411897" y="6132148"/>
                  </a:lnTo>
                  <a:lnTo>
                    <a:pt x="8448409" y="6113098"/>
                  </a:lnTo>
                  <a:lnTo>
                    <a:pt x="8486509" y="6094048"/>
                  </a:lnTo>
                  <a:lnTo>
                    <a:pt x="8524609" y="6074998"/>
                  </a:lnTo>
                  <a:lnTo>
                    <a:pt x="8561121" y="6059123"/>
                  </a:lnTo>
                  <a:lnTo>
                    <a:pt x="8602397" y="6043248"/>
                  </a:lnTo>
                  <a:lnTo>
                    <a:pt x="8648433" y="6027373"/>
                  </a:lnTo>
                  <a:lnTo>
                    <a:pt x="8700821" y="6016261"/>
                  </a:lnTo>
                  <a:lnTo>
                    <a:pt x="8761147" y="6009911"/>
                  </a:lnTo>
                  <a:lnTo>
                    <a:pt x="8827821" y="6006736"/>
                  </a:lnTo>
                  <a:lnTo>
                    <a:pt x="8897671" y="6009911"/>
                  </a:lnTo>
                  <a:lnTo>
                    <a:pt x="8957997" y="6016261"/>
                  </a:lnTo>
                  <a:lnTo>
                    <a:pt x="9010383" y="6027373"/>
                  </a:lnTo>
                  <a:lnTo>
                    <a:pt x="9056421" y="6043248"/>
                  </a:lnTo>
                  <a:lnTo>
                    <a:pt x="9097697" y="6059123"/>
                  </a:lnTo>
                  <a:lnTo>
                    <a:pt x="9134209" y="6074998"/>
                  </a:lnTo>
                  <a:lnTo>
                    <a:pt x="9172309" y="6094048"/>
                  </a:lnTo>
                  <a:lnTo>
                    <a:pt x="9210409" y="6113098"/>
                  </a:lnTo>
                  <a:lnTo>
                    <a:pt x="9246921" y="6132148"/>
                  </a:lnTo>
                  <a:lnTo>
                    <a:pt x="9288197" y="6148023"/>
                  </a:lnTo>
                  <a:lnTo>
                    <a:pt x="9334233" y="6162311"/>
                  </a:lnTo>
                  <a:lnTo>
                    <a:pt x="9386621" y="6173423"/>
                  </a:lnTo>
                  <a:lnTo>
                    <a:pt x="9446947" y="6181361"/>
                  </a:lnTo>
                  <a:lnTo>
                    <a:pt x="9515209" y="6182948"/>
                  </a:lnTo>
                  <a:lnTo>
                    <a:pt x="9583471" y="6181361"/>
                  </a:lnTo>
                  <a:lnTo>
                    <a:pt x="9643797" y="6173423"/>
                  </a:lnTo>
                  <a:lnTo>
                    <a:pt x="9696183" y="6162311"/>
                  </a:lnTo>
                  <a:lnTo>
                    <a:pt x="9742221" y="6148023"/>
                  </a:lnTo>
                  <a:lnTo>
                    <a:pt x="9783497" y="6132148"/>
                  </a:lnTo>
                  <a:lnTo>
                    <a:pt x="9820009" y="6113098"/>
                  </a:lnTo>
                  <a:lnTo>
                    <a:pt x="9896209" y="6074998"/>
                  </a:lnTo>
                  <a:lnTo>
                    <a:pt x="9932721" y="6059123"/>
                  </a:lnTo>
                  <a:lnTo>
                    <a:pt x="9973997" y="6043248"/>
                  </a:lnTo>
                  <a:lnTo>
                    <a:pt x="10020033" y="6027373"/>
                  </a:lnTo>
                  <a:lnTo>
                    <a:pt x="10072421" y="6016261"/>
                  </a:lnTo>
                  <a:lnTo>
                    <a:pt x="10132747" y="6009911"/>
                  </a:lnTo>
                  <a:lnTo>
                    <a:pt x="10201009" y="6006736"/>
                  </a:lnTo>
                  <a:lnTo>
                    <a:pt x="10269271" y="6009911"/>
                  </a:lnTo>
                  <a:lnTo>
                    <a:pt x="10329597" y="6016261"/>
                  </a:lnTo>
                  <a:lnTo>
                    <a:pt x="10381983" y="6027373"/>
                  </a:lnTo>
                  <a:lnTo>
                    <a:pt x="10428021" y="6043248"/>
                  </a:lnTo>
                  <a:lnTo>
                    <a:pt x="10469297" y="6059123"/>
                  </a:lnTo>
                  <a:lnTo>
                    <a:pt x="10505809" y="6074998"/>
                  </a:lnTo>
                  <a:lnTo>
                    <a:pt x="10543909" y="6094048"/>
                  </a:lnTo>
                  <a:lnTo>
                    <a:pt x="10582009" y="6113098"/>
                  </a:lnTo>
                  <a:lnTo>
                    <a:pt x="10618521" y="6132148"/>
                  </a:lnTo>
                  <a:lnTo>
                    <a:pt x="10659797" y="6148023"/>
                  </a:lnTo>
                  <a:lnTo>
                    <a:pt x="10705833" y="6162311"/>
                  </a:lnTo>
                  <a:lnTo>
                    <a:pt x="10758221" y="6173423"/>
                  </a:lnTo>
                  <a:lnTo>
                    <a:pt x="10818547" y="6181361"/>
                  </a:lnTo>
                  <a:lnTo>
                    <a:pt x="10886809" y="6182948"/>
                  </a:lnTo>
                  <a:lnTo>
                    <a:pt x="10955071" y="6181361"/>
                  </a:lnTo>
                  <a:lnTo>
                    <a:pt x="11015397" y="6173423"/>
                  </a:lnTo>
                  <a:lnTo>
                    <a:pt x="11067783" y="6162311"/>
                  </a:lnTo>
                  <a:lnTo>
                    <a:pt x="11113821" y="6148023"/>
                  </a:lnTo>
                  <a:lnTo>
                    <a:pt x="11155097" y="6132148"/>
                  </a:lnTo>
                  <a:lnTo>
                    <a:pt x="11191609" y="6113098"/>
                  </a:lnTo>
                  <a:lnTo>
                    <a:pt x="11229709" y="6094048"/>
                  </a:lnTo>
                  <a:lnTo>
                    <a:pt x="11267809" y="6074998"/>
                  </a:lnTo>
                  <a:lnTo>
                    <a:pt x="11304321" y="6059123"/>
                  </a:lnTo>
                  <a:lnTo>
                    <a:pt x="11345597" y="6043248"/>
                  </a:lnTo>
                  <a:lnTo>
                    <a:pt x="11391633" y="6027373"/>
                  </a:lnTo>
                  <a:lnTo>
                    <a:pt x="11444021" y="6016261"/>
                  </a:lnTo>
                  <a:lnTo>
                    <a:pt x="11504347" y="6009911"/>
                  </a:lnTo>
                  <a:lnTo>
                    <a:pt x="11572609" y="6006736"/>
                  </a:lnTo>
                  <a:lnTo>
                    <a:pt x="11640871" y="6009911"/>
                  </a:lnTo>
                  <a:lnTo>
                    <a:pt x="11701197" y="6016261"/>
                  </a:lnTo>
                  <a:lnTo>
                    <a:pt x="11753583" y="6027373"/>
                  </a:lnTo>
                  <a:lnTo>
                    <a:pt x="11799621" y="6043248"/>
                  </a:lnTo>
                  <a:lnTo>
                    <a:pt x="11840897" y="6059123"/>
                  </a:lnTo>
                  <a:lnTo>
                    <a:pt x="11877409" y="6074998"/>
                  </a:lnTo>
                  <a:lnTo>
                    <a:pt x="11915509" y="6094048"/>
                  </a:lnTo>
                  <a:lnTo>
                    <a:pt x="11953609" y="6113098"/>
                  </a:lnTo>
                  <a:lnTo>
                    <a:pt x="11990121" y="6132148"/>
                  </a:lnTo>
                  <a:lnTo>
                    <a:pt x="12031397" y="6148023"/>
                  </a:lnTo>
                  <a:lnTo>
                    <a:pt x="12077433" y="6162311"/>
                  </a:lnTo>
                  <a:lnTo>
                    <a:pt x="12129821" y="6173424"/>
                  </a:lnTo>
                  <a:lnTo>
                    <a:pt x="12190147" y="6181361"/>
                  </a:lnTo>
                  <a:lnTo>
                    <a:pt x="12191997" y="6181404"/>
                  </a:lnTo>
                  <a:lnTo>
                    <a:pt x="12191997" y="6858000"/>
                  </a:lnTo>
                  <a:lnTo>
                    <a:pt x="1" y="6858000"/>
                  </a:lnTo>
                  <a:lnTo>
                    <a:pt x="1" y="6551875"/>
                  </a:lnTo>
                  <a:lnTo>
                    <a:pt x="0" y="655187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algn="ctr" defTabSz="45720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Freeform: Shape 58">
              <a:extLst>
                <a:ext uri="{FF2B5EF4-FFF2-40B4-BE49-F238E27FC236}">
                  <a16:creationId xmlns:a16="http://schemas.microsoft.com/office/drawing/2014/main" id="{66B0E24D-4C3D-410C-95F7-CDEB79576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0" y="0"/>
              <a:ext cx="12191999" cy="6858000"/>
            </a:xfrm>
            <a:custGeom>
              <a:avLst/>
              <a:gdLst>
                <a:gd name="connsiteX0" fmla="*/ 12191997 w 12191999"/>
                <a:gd name="connsiteY0" fmla="*/ 0 h 6858000"/>
                <a:gd name="connsiteX1" fmla="*/ 12191999 w 12191999"/>
                <a:gd name="connsiteY1" fmla="*/ 0 h 6858000"/>
                <a:gd name="connsiteX2" fmla="*/ 12191999 w 12191999"/>
                <a:gd name="connsiteY2" fmla="*/ 6181404 h 6858000"/>
                <a:gd name="connsiteX3" fmla="*/ 12191997 w 12191999"/>
                <a:gd name="connsiteY3" fmla="*/ 6181404 h 6858000"/>
                <a:gd name="connsiteX4" fmla="*/ 0 w 12191999"/>
                <a:gd name="connsiteY4" fmla="*/ 0 h 6858000"/>
                <a:gd name="connsiteX5" fmla="*/ 1 w 12191999"/>
                <a:gd name="connsiteY5" fmla="*/ 0 h 6858000"/>
                <a:gd name="connsiteX6" fmla="*/ 1 w 12191999"/>
                <a:gd name="connsiteY6" fmla="*/ 6181404 h 6858000"/>
                <a:gd name="connsiteX7" fmla="*/ 1853 w 12191999"/>
                <a:gd name="connsiteY7" fmla="*/ 6181361 h 6858000"/>
                <a:gd name="connsiteX8" fmla="*/ 62178 w 12191999"/>
                <a:gd name="connsiteY8" fmla="*/ 6173423 h 6858000"/>
                <a:gd name="connsiteX9" fmla="*/ 114565 w 12191999"/>
                <a:gd name="connsiteY9" fmla="*/ 6162311 h 6858000"/>
                <a:gd name="connsiteX10" fmla="*/ 160603 w 12191999"/>
                <a:gd name="connsiteY10" fmla="*/ 6148023 h 6858000"/>
                <a:gd name="connsiteX11" fmla="*/ 201878 w 12191999"/>
                <a:gd name="connsiteY11" fmla="*/ 6132148 h 6858000"/>
                <a:gd name="connsiteX12" fmla="*/ 238390 w 12191999"/>
                <a:gd name="connsiteY12" fmla="*/ 6113098 h 6858000"/>
                <a:gd name="connsiteX13" fmla="*/ 276490 w 12191999"/>
                <a:gd name="connsiteY13" fmla="*/ 6094048 h 6858000"/>
                <a:gd name="connsiteX14" fmla="*/ 314590 w 12191999"/>
                <a:gd name="connsiteY14" fmla="*/ 6074998 h 6858000"/>
                <a:gd name="connsiteX15" fmla="*/ 351103 w 12191999"/>
                <a:gd name="connsiteY15" fmla="*/ 6059123 h 6858000"/>
                <a:gd name="connsiteX16" fmla="*/ 392378 w 12191999"/>
                <a:gd name="connsiteY16" fmla="*/ 6043248 h 6858000"/>
                <a:gd name="connsiteX17" fmla="*/ 438415 w 12191999"/>
                <a:gd name="connsiteY17" fmla="*/ 6027373 h 6858000"/>
                <a:gd name="connsiteX18" fmla="*/ 490803 w 12191999"/>
                <a:gd name="connsiteY18" fmla="*/ 6016261 h 6858000"/>
                <a:gd name="connsiteX19" fmla="*/ 551128 w 12191999"/>
                <a:gd name="connsiteY19" fmla="*/ 6009911 h 6858000"/>
                <a:gd name="connsiteX20" fmla="*/ 619390 w 12191999"/>
                <a:gd name="connsiteY20" fmla="*/ 6006736 h 6858000"/>
                <a:gd name="connsiteX21" fmla="*/ 687653 w 12191999"/>
                <a:gd name="connsiteY21" fmla="*/ 6009911 h 6858000"/>
                <a:gd name="connsiteX22" fmla="*/ 747978 w 12191999"/>
                <a:gd name="connsiteY22" fmla="*/ 6016261 h 6858000"/>
                <a:gd name="connsiteX23" fmla="*/ 800365 w 12191999"/>
                <a:gd name="connsiteY23" fmla="*/ 6027373 h 6858000"/>
                <a:gd name="connsiteX24" fmla="*/ 846403 w 12191999"/>
                <a:gd name="connsiteY24" fmla="*/ 6043248 h 6858000"/>
                <a:gd name="connsiteX25" fmla="*/ 887678 w 12191999"/>
                <a:gd name="connsiteY25" fmla="*/ 6059123 h 6858000"/>
                <a:gd name="connsiteX26" fmla="*/ 924190 w 12191999"/>
                <a:gd name="connsiteY26" fmla="*/ 6074998 h 6858000"/>
                <a:gd name="connsiteX27" fmla="*/ 962290 w 12191999"/>
                <a:gd name="connsiteY27" fmla="*/ 6094048 h 6858000"/>
                <a:gd name="connsiteX28" fmla="*/ 1000390 w 12191999"/>
                <a:gd name="connsiteY28" fmla="*/ 6113098 h 6858000"/>
                <a:gd name="connsiteX29" fmla="*/ 1036903 w 12191999"/>
                <a:gd name="connsiteY29" fmla="*/ 6132148 h 6858000"/>
                <a:gd name="connsiteX30" fmla="*/ 1078178 w 12191999"/>
                <a:gd name="connsiteY30" fmla="*/ 6148023 h 6858000"/>
                <a:gd name="connsiteX31" fmla="*/ 1124215 w 12191999"/>
                <a:gd name="connsiteY31" fmla="*/ 6162311 h 6858000"/>
                <a:gd name="connsiteX32" fmla="*/ 1176603 w 12191999"/>
                <a:gd name="connsiteY32" fmla="*/ 6173423 h 6858000"/>
                <a:gd name="connsiteX33" fmla="*/ 1236928 w 12191999"/>
                <a:gd name="connsiteY33" fmla="*/ 6181361 h 6858000"/>
                <a:gd name="connsiteX34" fmla="*/ 1305190 w 12191999"/>
                <a:gd name="connsiteY34" fmla="*/ 6182948 h 6858000"/>
                <a:gd name="connsiteX35" fmla="*/ 1373453 w 12191999"/>
                <a:gd name="connsiteY35" fmla="*/ 6181361 h 6858000"/>
                <a:gd name="connsiteX36" fmla="*/ 1433778 w 12191999"/>
                <a:gd name="connsiteY36" fmla="*/ 6173423 h 6858000"/>
                <a:gd name="connsiteX37" fmla="*/ 1486165 w 12191999"/>
                <a:gd name="connsiteY37" fmla="*/ 6162311 h 6858000"/>
                <a:gd name="connsiteX38" fmla="*/ 1532203 w 12191999"/>
                <a:gd name="connsiteY38" fmla="*/ 6148023 h 6858000"/>
                <a:gd name="connsiteX39" fmla="*/ 1573478 w 12191999"/>
                <a:gd name="connsiteY39" fmla="*/ 6132148 h 6858000"/>
                <a:gd name="connsiteX40" fmla="*/ 1609990 w 12191999"/>
                <a:gd name="connsiteY40" fmla="*/ 6113098 h 6858000"/>
                <a:gd name="connsiteX41" fmla="*/ 1648090 w 12191999"/>
                <a:gd name="connsiteY41" fmla="*/ 6094048 h 6858000"/>
                <a:gd name="connsiteX42" fmla="*/ 1686190 w 12191999"/>
                <a:gd name="connsiteY42" fmla="*/ 6074998 h 6858000"/>
                <a:gd name="connsiteX43" fmla="*/ 1722703 w 12191999"/>
                <a:gd name="connsiteY43" fmla="*/ 6059123 h 6858000"/>
                <a:gd name="connsiteX44" fmla="*/ 1763978 w 12191999"/>
                <a:gd name="connsiteY44" fmla="*/ 6043248 h 6858000"/>
                <a:gd name="connsiteX45" fmla="*/ 1810015 w 12191999"/>
                <a:gd name="connsiteY45" fmla="*/ 6027373 h 6858000"/>
                <a:gd name="connsiteX46" fmla="*/ 1862403 w 12191999"/>
                <a:gd name="connsiteY46" fmla="*/ 6016261 h 6858000"/>
                <a:gd name="connsiteX47" fmla="*/ 1922728 w 12191999"/>
                <a:gd name="connsiteY47" fmla="*/ 6009911 h 6858000"/>
                <a:gd name="connsiteX48" fmla="*/ 1990990 w 12191999"/>
                <a:gd name="connsiteY48" fmla="*/ 6006736 h 6858000"/>
                <a:gd name="connsiteX49" fmla="*/ 2059253 w 12191999"/>
                <a:gd name="connsiteY49" fmla="*/ 6009911 h 6858000"/>
                <a:gd name="connsiteX50" fmla="*/ 2119578 w 12191999"/>
                <a:gd name="connsiteY50" fmla="*/ 6016261 h 6858000"/>
                <a:gd name="connsiteX51" fmla="*/ 2171965 w 12191999"/>
                <a:gd name="connsiteY51" fmla="*/ 6027373 h 6858000"/>
                <a:gd name="connsiteX52" fmla="*/ 2218003 w 12191999"/>
                <a:gd name="connsiteY52" fmla="*/ 6043248 h 6858000"/>
                <a:gd name="connsiteX53" fmla="*/ 2259278 w 12191999"/>
                <a:gd name="connsiteY53" fmla="*/ 6059123 h 6858000"/>
                <a:gd name="connsiteX54" fmla="*/ 2295790 w 12191999"/>
                <a:gd name="connsiteY54" fmla="*/ 6074998 h 6858000"/>
                <a:gd name="connsiteX55" fmla="*/ 2333890 w 12191999"/>
                <a:gd name="connsiteY55" fmla="*/ 6094048 h 6858000"/>
                <a:gd name="connsiteX56" fmla="*/ 2371990 w 12191999"/>
                <a:gd name="connsiteY56" fmla="*/ 6113098 h 6858000"/>
                <a:gd name="connsiteX57" fmla="*/ 2408503 w 12191999"/>
                <a:gd name="connsiteY57" fmla="*/ 6132148 h 6858000"/>
                <a:gd name="connsiteX58" fmla="*/ 2449778 w 12191999"/>
                <a:gd name="connsiteY58" fmla="*/ 6148023 h 6858000"/>
                <a:gd name="connsiteX59" fmla="*/ 2495815 w 12191999"/>
                <a:gd name="connsiteY59" fmla="*/ 6162311 h 6858000"/>
                <a:gd name="connsiteX60" fmla="*/ 2548203 w 12191999"/>
                <a:gd name="connsiteY60" fmla="*/ 6173423 h 6858000"/>
                <a:gd name="connsiteX61" fmla="*/ 2608528 w 12191999"/>
                <a:gd name="connsiteY61" fmla="*/ 6181361 h 6858000"/>
                <a:gd name="connsiteX62" fmla="*/ 2676790 w 12191999"/>
                <a:gd name="connsiteY62" fmla="*/ 6182948 h 6858000"/>
                <a:gd name="connsiteX63" fmla="*/ 2745053 w 12191999"/>
                <a:gd name="connsiteY63" fmla="*/ 6181361 h 6858000"/>
                <a:gd name="connsiteX64" fmla="*/ 2805378 w 12191999"/>
                <a:gd name="connsiteY64" fmla="*/ 6173423 h 6858000"/>
                <a:gd name="connsiteX65" fmla="*/ 2857765 w 12191999"/>
                <a:gd name="connsiteY65" fmla="*/ 6162311 h 6858000"/>
                <a:gd name="connsiteX66" fmla="*/ 2903803 w 12191999"/>
                <a:gd name="connsiteY66" fmla="*/ 6148023 h 6858000"/>
                <a:gd name="connsiteX67" fmla="*/ 2945078 w 12191999"/>
                <a:gd name="connsiteY67" fmla="*/ 6132148 h 6858000"/>
                <a:gd name="connsiteX68" fmla="*/ 2981590 w 12191999"/>
                <a:gd name="connsiteY68" fmla="*/ 6113098 h 6858000"/>
                <a:gd name="connsiteX69" fmla="*/ 3019690 w 12191999"/>
                <a:gd name="connsiteY69" fmla="*/ 6094048 h 6858000"/>
                <a:gd name="connsiteX70" fmla="*/ 3057790 w 12191999"/>
                <a:gd name="connsiteY70" fmla="*/ 6074998 h 6858000"/>
                <a:gd name="connsiteX71" fmla="*/ 3094303 w 12191999"/>
                <a:gd name="connsiteY71" fmla="*/ 6059123 h 6858000"/>
                <a:gd name="connsiteX72" fmla="*/ 3135578 w 12191999"/>
                <a:gd name="connsiteY72" fmla="*/ 6043248 h 6858000"/>
                <a:gd name="connsiteX73" fmla="*/ 3181615 w 12191999"/>
                <a:gd name="connsiteY73" fmla="*/ 6027373 h 6858000"/>
                <a:gd name="connsiteX74" fmla="*/ 3234003 w 12191999"/>
                <a:gd name="connsiteY74" fmla="*/ 6016261 h 6858000"/>
                <a:gd name="connsiteX75" fmla="*/ 3294328 w 12191999"/>
                <a:gd name="connsiteY75" fmla="*/ 6009911 h 6858000"/>
                <a:gd name="connsiteX76" fmla="*/ 3361003 w 12191999"/>
                <a:gd name="connsiteY76" fmla="*/ 6006736 h 6858000"/>
                <a:gd name="connsiteX77" fmla="*/ 3430853 w 12191999"/>
                <a:gd name="connsiteY77" fmla="*/ 6009911 h 6858000"/>
                <a:gd name="connsiteX78" fmla="*/ 3491178 w 12191999"/>
                <a:gd name="connsiteY78" fmla="*/ 6016261 h 6858000"/>
                <a:gd name="connsiteX79" fmla="*/ 3543565 w 12191999"/>
                <a:gd name="connsiteY79" fmla="*/ 6027373 h 6858000"/>
                <a:gd name="connsiteX80" fmla="*/ 3589603 w 12191999"/>
                <a:gd name="connsiteY80" fmla="*/ 6043248 h 6858000"/>
                <a:gd name="connsiteX81" fmla="*/ 3630878 w 12191999"/>
                <a:gd name="connsiteY81" fmla="*/ 6059123 h 6858000"/>
                <a:gd name="connsiteX82" fmla="*/ 3667390 w 12191999"/>
                <a:gd name="connsiteY82" fmla="*/ 6074998 h 6858000"/>
                <a:gd name="connsiteX83" fmla="*/ 3705490 w 12191999"/>
                <a:gd name="connsiteY83" fmla="*/ 6094048 h 6858000"/>
                <a:gd name="connsiteX84" fmla="*/ 3743590 w 12191999"/>
                <a:gd name="connsiteY84" fmla="*/ 6113098 h 6858000"/>
                <a:gd name="connsiteX85" fmla="*/ 3780103 w 12191999"/>
                <a:gd name="connsiteY85" fmla="*/ 6132148 h 6858000"/>
                <a:gd name="connsiteX86" fmla="*/ 3821378 w 12191999"/>
                <a:gd name="connsiteY86" fmla="*/ 6148023 h 6858000"/>
                <a:gd name="connsiteX87" fmla="*/ 3867415 w 12191999"/>
                <a:gd name="connsiteY87" fmla="*/ 6162311 h 6858000"/>
                <a:gd name="connsiteX88" fmla="*/ 3919803 w 12191999"/>
                <a:gd name="connsiteY88" fmla="*/ 6173423 h 6858000"/>
                <a:gd name="connsiteX89" fmla="*/ 3980128 w 12191999"/>
                <a:gd name="connsiteY89" fmla="*/ 6181361 h 6858000"/>
                <a:gd name="connsiteX90" fmla="*/ 4048390 w 12191999"/>
                <a:gd name="connsiteY90" fmla="*/ 6182948 h 6858000"/>
                <a:gd name="connsiteX91" fmla="*/ 4116653 w 12191999"/>
                <a:gd name="connsiteY91" fmla="*/ 6181361 h 6858000"/>
                <a:gd name="connsiteX92" fmla="*/ 4176978 w 12191999"/>
                <a:gd name="connsiteY92" fmla="*/ 6173423 h 6858000"/>
                <a:gd name="connsiteX93" fmla="*/ 4229365 w 12191999"/>
                <a:gd name="connsiteY93" fmla="*/ 6162311 h 6858000"/>
                <a:gd name="connsiteX94" fmla="*/ 4275403 w 12191999"/>
                <a:gd name="connsiteY94" fmla="*/ 6148023 h 6858000"/>
                <a:gd name="connsiteX95" fmla="*/ 4316678 w 12191999"/>
                <a:gd name="connsiteY95" fmla="*/ 6132148 h 6858000"/>
                <a:gd name="connsiteX96" fmla="*/ 4353190 w 12191999"/>
                <a:gd name="connsiteY96" fmla="*/ 6113098 h 6858000"/>
                <a:gd name="connsiteX97" fmla="*/ 4429390 w 12191999"/>
                <a:gd name="connsiteY97" fmla="*/ 6074998 h 6858000"/>
                <a:gd name="connsiteX98" fmla="*/ 4465903 w 12191999"/>
                <a:gd name="connsiteY98" fmla="*/ 6059123 h 6858000"/>
                <a:gd name="connsiteX99" fmla="*/ 4507178 w 12191999"/>
                <a:gd name="connsiteY99" fmla="*/ 6043248 h 6858000"/>
                <a:gd name="connsiteX100" fmla="*/ 4553217 w 12191999"/>
                <a:gd name="connsiteY100" fmla="*/ 6027373 h 6858000"/>
                <a:gd name="connsiteX101" fmla="*/ 4605603 w 12191999"/>
                <a:gd name="connsiteY101" fmla="*/ 6016261 h 6858000"/>
                <a:gd name="connsiteX102" fmla="*/ 4665929 w 12191999"/>
                <a:gd name="connsiteY102" fmla="*/ 6009911 h 6858000"/>
                <a:gd name="connsiteX103" fmla="*/ 4734190 w 12191999"/>
                <a:gd name="connsiteY103" fmla="*/ 6006736 h 6858000"/>
                <a:gd name="connsiteX104" fmla="*/ 4802454 w 12191999"/>
                <a:gd name="connsiteY104" fmla="*/ 6009911 h 6858000"/>
                <a:gd name="connsiteX105" fmla="*/ 4862778 w 12191999"/>
                <a:gd name="connsiteY105" fmla="*/ 6016261 h 6858000"/>
                <a:gd name="connsiteX106" fmla="*/ 4915166 w 12191999"/>
                <a:gd name="connsiteY106" fmla="*/ 6027373 h 6858000"/>
                <a:gd name="connsiteX107" fmla="*/ 4961203 w 12191999"/>
                <a:gd name="connsiteY107" fmla="*/ 6043248 h 6858000"/>
                <a:gd name="connsiteX108" fmla="*/ 5002479 w 12191999"/>
                <a:gd name="connsiteY108" fmla="*/ 6059123 h 6858000"/>
                <a:gd name="connsiteX109" fmla="*/ 5038990 w 12191999"/>
                <a:gd name="connsiteY109" fmla="*/ 6074998 h 6858000"/>
                <a:gd name="connsiteX110" fmla="*/ 5077092 w 12191999"/>
                <a:gd name="connsiteY110" fmla="*/ 6094048 h 6858000"/>
                <a:gd name="connsiteX111" fmla="*/ 5115191 w 12191999"/>
                <a:gd name="connsiteY111" fmla="*/ 6113098 h 6858000"/>
                <a:gd name="connsiteX112" fmla="*/ 5151703 w 12191999"/>
                <a:gd name="connsiteY112" fmla="*/ 6132148 h 6858000"/>
                <a:gd name="connsiteX113" fmla="*/ 5192979 w 12191999"/>
                <a:gd name="connsiteY113" fmla="*/ 6148023 h 6858000"/>
                <a:gd name="connsiteX114" fmla="*/ 5239015 w 12191999"/>
                <a:gd name="connsiteY114" fmla="*/ 6162311 h 6858000"/>
                <a:gd name="connsiteX115" fmla="*/ 5291402 w 12191999"/>
                <a:gd name="connsiteY115" fmla="*/ 6173423 h 6858000"/>
                <a:gd name="connsiteX116" fmla="*/ 5351728 w 12191999"/>
                <a:gd name="connsiteY116" fmla="*/ 6181361 h 6858000"/>
                <a:gd name="connsiteX117" fmla="*/ 5410200 w 12191999"/>
                <a:gd name="connsiteY117" fmla="*/ 6182721 h 6858000"/>
                <a:gd name="connsiteX118" fmla="*/ 5468672 w 12191999"/>
                <a:gd name="connsiteY118" fmla="*/ 6181361 h 6858000"/>
                <a:gd name="connsiteX119" fmla="*/ 5528997 w 12191999"/>
                <a:gd name="connsiteY119" fmla="*/ 6173423 h 6858000"/>
                <a:gd name="connsiteX120" fmla="*/ 5581384 w 12191999"/>
                <a:gd name="connsiteY120" fmla="*/ 6162311 h 6858000"/>
                <a:gd name="connsiteX121" fmla="*/ 5627422 w 12191999"/>
                <a:gd name="connsiteY121" fmla="*/ 6148023 h 6858000"/>
                <a:gd name="connsiteX122" fmla="*/ 5668697 w 12191999"/>
                <a:gd name="connsiteY122" fmla="*/ 6132148 h 6858000"/>
                <a:gd name="connsiteX123" fmla="*/ 5705211 w 12191999"/>
                <a:gd name="connsiteY123" fmla="*/ 6113098 h 6858000"/>
                <a:gd name="connsiteX124" fmla="*/ 5743309 w 12191999"/>
                <a:gd name="connsiteY124" fmla="*/ 6094048 h 6858000"/>
                <a:gd name="connsiteX125" fmla="*/ 5781409 w 12191999"/>
                <a:gd name="connsiteY125" fmla="*/ 6074998 h 6858000"/>
                <a:gd name="connsiteX126" fmla="*/ 5817922 w 12191999"/>
                <a:gd name="connsiteY126" fmla="*/ 6059123 h 6858000"/>
                <a:gd name="connsiteX127" fmla="*/ 5859197 w 12191999"/>
                <a:gd name="connsiteY127" fmla="*/ 6043248 h 6858000"/>
                <a:gd name="connsiteX128" fmla="*/ 5905235 w 12191999"/>
                <a:gd name="connsiteY128" fmla="*/ 6027373 h 6858000"/>
                <a:gd name="connsiteX129" fmla="*/ 5957622 w 12191999"/>
                <a:gd name="connsiteY129" fmla="*/ 6016261 h 6858000"/>
                <a:gd name="connsiteX130" fmla="*/ 6017949 w 12191999"/>
                <a:gd name="connsiteY130" fmla="*/ 6009911 h 6858000"/>
                <a:gd name="connsiteX131" fmla="*/ 6086211 w 12191999"/>
                <a:gd name="connsiteY131" fmla="*/ 6006736 h 6858000"/>
                <a:gd name="connsiteX132" fmla="*/ 6096000 w 12191999"/>
                <a:gd name="connsiteY132" fmla="*/ 6007191 h 6858000"/>
                <a:gd name="connsiteX133" fmla="*/ 6105790 w 12191999"/>
                <a:gd name="connsiteY133" fmla="*/ 6006736 h 6858000"/>
                <a:gd name="connsiteX134" fmla="*/ 6174053 w 12191999"/>
                <a:gd name="connsiteY134" fmla="*/ 6009911 h 6858000"/>
                <a:gd name="connsiteX135" fmla="*/ 6234378 w 12191999"/>
                <a:gd name="connsiteY135" fmla="*/ 6016261 h 6858000"/>
                <a:gd name="connsiteX136" fmla="*/ 6286765 w 12191999"/>
                <a:gd name="connsiteY136" fmla="*/ 6027373 h 6858000"/>
                <a:gd name="connsiteX137" fmla="*/ 6332803 w 12191999"/>
                <a:gd name="connsiteY137" fmla="*/ 6043248 h 6858000"/>
                <a:gd name="connsiteX138" fmla="*/ 6374078 w 12191999"/>
                <a:gd name="connsiteY138" fmla="*/ 6059123 h 6858000"/>
                <a:gd name="connsiteX139" fmla="*/ 6410590 w 12191999"/>
                <a:gd name="connsiteY139" fmla="*/ 6074998 h 6858000"/>
                <a:gd name="connsiteX140" fmla="*/ 6448690 w 12191999"/>
                <a:gd name="connsiteY140" fmla="*/ 6094048 h 6858000"/>
                <a:gd name="connsiteX141" fmla="*/ 6486790 w 12191999"/>
                <a:gd name="connsiteY141" fmla="*/ 6113098 h 6858000"/>
                <a:gd name="connsiteX142" fmla="*/ 6523303 w 12191999"/>
                <a:gd name="connsiteY142" fmla="*/ 6132148 h 6858000"/>
                <a:gd name="connsiteX143" fmla="*/ 6564578 w 12191999"/>
                <a:gd name="connsiteY143" fmla="*/ 6148023 h 6858000"/>
                <a:gd name="connsiteX144" fmla="*/ 6610615 w 12191999"/>
                <a:gd name="connsiteY144" fmla="*/ 6162311 h 6858000"/>
                <a:gd name="connsiteX145" fmla="*/ 6663003 w 12191999"/>
                <a:gd name="connsiteY145" fmla="*/ 6173423 h 6858000"/>
                <a:gd name="connsiteX146" fmla="*/ 6723328 w 12191999"/>
                <a:gd name="connsiteY146" fmla="*/ 6181361 h 6858000"/>
                <a:gd name="connsiteX147" fmla="*/ 6781800 w 12191999"/>
                <a:gd name="connsiteY147" fmla="*/ 6182721 h 6858000"/>
                <a:gd name="connsiteX148" fmla="*/ 6840272 w 12191999"/>
                <a:gd name="connsiteY148" fmla="*/ 6181361 h 6858000"/>
                <a:gd name="connsiteX149" fmla="*/ 6900597 w 12191999"/>
                <a:gd name="connsiteY149" fmla="*/ 6173423 h 6858000"/>
                <a:gd name="connsiteX150" fmla="*/ 6952984 w 12191999"/>
                <a:gd name="connsiteY150" fmla="*/ 6162311 h 6858000"/>
                <a:gd name="connsiteX151" fmla="*/ 6999022 w 12191999"/>
                <a:gd name="connsiteY151" fmla="*/ 6148023 h 6858000"/>
                <a:gd name="connsiteX152" fmla="*/ 7040297 w 12191999"/>
                <a:gd name="connsiteY152" fmla="*/ 6132148 h 6858000"/>
                <a:gd name="connsiteX153" fmla="*/ 7076809 w 12191999"/>
                <a:gd name="connsiteY153" fmla="*/ 6113098 h 6858000"/>
                <a:gd name="connsiteX154" fmla="*/ 7114909 w 12191999"/>
                <a:gd name="connsiteY154" fmla="*/ 6094048 h 6858000"/>
                <a:gd name="connsiteX155" fmla="*/ 7153009 w 12191999"/>
                <a:gd name="connsiteY155" fmla="*/ 6074998 h 6858000"/>
                <a:gd name="connsiteX156" fmla="*/ 7189522 w 12191999"/>
                <a:gd name="connsiteY156" fmla="*/ 6059123 h 6858000"/>
                <a:gd name="connsiteX157" fmla="*/ 7230797 w 12191999"/>
                <a:gd name="connsiteY157" fmla="*/ 6043248 h 6858000"/>
                <a:gd name="connsiteX158" fmla="*/ 7276834 w 12191999"/>
                <a:gd name="connsiteY158" fmla="*/ 6027373 h 6858000"/>
                <a:gd name="connsiteX159" fmla="*/ 7329222 w 12191999"/>
                <a:gd name="connsiteY159" fmla="*/ 6016261 h 6858000"/>
                <a:gd name="connsiteX160" fmla="*/ 7389547 w 12191999"/>
                <a:gd name="connsiteY160" fmla="*/ 6009911 h 6858000"/>
                <a:gd name="connsiteX161" fmla="*/ 7457809 w 12191999"/>
                <a:gd name="connsiteY161" fmla="*/ 6006736 h 6858000"/>
                <a:gd name="connsiteX162" fmla="*/ 7526072 w 12191999"/>
                <a:gd name="connsiteY162" fmla="*/ 6009911 h 6858000"/>
                <a:gd name="connsiteX163" fmla="*/ 7586397 w 12191999"/>
                <a:gd name="connsiteY163" fmla="*/ 6016261 h 6858000"/>
                <a:gd name="connsiteX164" fmla="*/ 7638784 w 12191999"/>
                <a:gd name="connsiteY164" fmla="*/ 6027373 h 6858000"/>
                <a:gd name="connsiteX165" fmla="*/ 7684822 w 12191999"/>
                <a:gd name="connsiteY165" fmla="*/ 6043248 h 6858000"/>
                <a:gd name="connsiteX166" fmla="*/ 7726097 w 12191999"/>
                <a:gd name="connsiteY166" fmla="*/ 6059123 h 6858000"/>
                <a:gd name="connsiteX167" fmla="*/ 7762609 w 12191999"/>
                <a:gd name="connsiteY167" fmla="*/ 6074998 h 6858000"/>
                <a:gd name="connsiteX168" fmla="*/ 7800709 w 12191999"/>
                <a:gd name="connsiteY168" fmla="*/ 6094048 h 6858000"/>
                <a:gd name="connsiteX169" fmla="*/ 7838809 w 12191999"/>
                <a:gd name="connsiteY169" fmla="*/ 6113098 h 6858000"/>
                <a:gd name="connsiteX170" fmla="*/ 7875322 w 12191999"/>
                <a:gd name="connsiteY170" fmla="*/ 6132148 h 6858000"/>
                <a:gd name="connsiteX171" fmla="*/ 7916597 w 12191999"/>
                <a:gd name="connsiteY171" fmla="*/ 6148023 h 6858000"/>
                <a:gd name="connsiteX172" fmla="*/ 7962634 w 12191999"/>
                <a:gd name="connsiteY172" fmla="*/ 6162311 h 6858000"/>
                <a:gd name="connsiteX173" fmla="*/ 8015022 w 12191999"/>
                <a:gd name="connsiteY173" fmla="*/ 6173423 h 6858000"/>
                <a:gd name="connsiteX174" fmla="*/ 8075347 w 12191999"/>
                <a:gd name="connsiteY174" fmla="*/ 6181361 h 6858000"/>
                <a:gd name="connsiteX175" fmla="*/ 8143609 w 12191999"/>
                <a:gd name="connsiteY175" fmla="*/ 6182948 h 6858000"/>
                <a:gd name="connsiteX176" fmla="*/ 8211872 w 12191999"/>
                <a:gd name="connsiteY176" fmla="*/ 6181361 h 6858000"/>
                <a:gd name="connsiteX177" fmla="*/ 8272197 w 12191999"/>
                <a:gd name="connsiteY177" fmla="*/ 6173423 h 6858000"/>
                <a:gd name="connsiteX178" fmla="*/ 8324584 w 12191999"/>
                <a:gd name="connsiteY178" fmla="*/ 6162311 h 6858000"/>
                <a:gd name="connsiteX179" fmla="*/ 8370622 w 12191999"/>
                <a:gd name="connsiteY179" fmla="*/ 6148023 h 6858000"/>
                <a:gd name="connsiteX180" fmla="*/ 8411897 w 12191999"/>
                <a:gd name="connsiteY180" fmla="*/ 6132148 h 6858000"/>
                <a:gd name="connsiteX181" fmla="*/ 8448409 w 12191999"/>
                <a:gd name="connsiteY181" fmla="*/ 6113098 h 6858000"/>
                <a:gd name="connsiteX182" fmla="*/ 8486509 w 12191999"/>
                <a:gd name="connsiteY182" fmla="*/ 6094048 h 6858000"/>
                <a:gd name="connsiteX183" fmla="*/ 8524609 w 12191999"/>
                <a:gd name="connsiteY183" fmla="*/ 6074998 h 6858000"/>
                <a:gd name="connsiteX184" fmla="*/ 8561121 w 12191999"/>
                <a:gd name="connsiteY184" fmla="*/ 6059123 h 6858000"/>
                <a:gd name="connsiteX185" fmla="*/ 8602397 w 12191999"/>
                <a:gd name="connsiteY185" fmla="*/ 6043248 h 6858000"/>
                <a:gd name="connsiteX186" fmla="*/ 8648433 w 12191999"/>
                <a:gd name="connsiteY186" fmla="*/ 6027373 h 6858000"/>
                <a:gd name="connsiteX187" fmla="*/ 8700821 w 12191999"/>
                <a:gd name="connsiteY187" fmla="*/ 6016261 h 6858000"/>
                <a:gd name="connsiteX188" fmla="*/ 8761147 w 12191999"/>
                <a:gd name="connsiteY188" fmla="*/ 6009911 h 6858000"/>
                <a:gd name="connsiteX189" fmla="*/ 8827821 w 12191999"/>
                <a:gd name="connsiteY189" fmla="*/ 6006736 h 6858000"/>
                <a:gd name="connsiteX190" fmla="*/ 8897671 w 12191999"/>
                <a:gd name="connsiteY190" fmla="*/ 6009911 h 6858000"/>
                <a:gd name="connsiteX191" fmla="*/ 8957997 w 12191999"/>
                <a:gd name="connsiteY191" fmla="*/ 6016261 h 6858000"/>
                <a:gd name="connsiteX192" fmla="*/ 9010383 w 12191999"/>
                <a:gd name="connsiteY192" fmla="*/ 6027373 h 6858000"/>
                <a:gd name="connsiteX193" fmla="*/ 9056421 w 12191999"/>
                <a:gd name="connsiteY193" fmla="*/ 6043248 h 6858000"/>
                <a:gd name="connsiteX194" fmla="*/ 9097697 w 12191999"/>
                <a:gd name="connsiteY194" fmla="*/ 6059123 h 6858000"/>
                <a:gd name="connsiteX195" fmla="*/ 9134209 w 12191999"/>
                <a:gd name="connsiteY195" fmla="*/ 6074998 h 6858000"/>
                <a:gd name="connsiteX196" fmla="*/ 9172309 w 12191999"/>
                <a:gd name="connsiteY196" fmla="*/ 6094048 h 6858000"/>
                <a:gd name="connsiteX197" fmla="*/ 9210409 w 12191999"/>
                <a:gd name="connsiteY197" fmla="*/ 6113098 h 6858000"/>
                <a:gd name="connsiteX198" fmla="*/ 9246921 w 12191999"/>
                <a:gd name="connsiteY198" fmla="*/ 6132148 h 6858000"/>
                <a:gd name="connsiteX199" fmla="*/ 9288197 w 12191999"/>
                <a:gd name="connsiteY199" fmla="*/ 6148023 h 6858000"/>
                <a:gd name="connsiteX200" fmla="*/ 9334233 w 12191999"/>
                <a:gd name="connsiteY200" fmla="*/ 6162311 h 6858000"/>
                <a:gd name="connsiteX201" fmla="*/ 9386621 w 12191999"/>
                <a:gd name="connsiteY201" fmla="*/ 6173423 h 6858000"/>
                <a:gd name="connsiteX202" fmla="*/ 9446947 w 12191999"/>
                <a:gd name="connsiteY202" fmla="*/ 6181361 h 6858000"/>
                <a:gd name="connsiteX203" fmla="*/ 9515209 w 12191999"/>
                <a:gd name="connsiteY203" fmla="*/ 6182948 h 6858000"/>
                <a:gd name="connsiteX204" fmla="*/ 9583471 w 12191999"/>
                <a:gd name="connsiteY204" fmla="*/ 6181361 h 6858000"/>
                <a:gd name="connsiteX205" fmla="*/ 9643797 w 12191999"/>
                <a:gd name="connsiteY205" fmla="*/ 6173423 h 6858000"/>
                <a:gd name="connsiteX206" fmla="*/ 9696183 w 12191999"/>
                <a:gd name="connsiteY206" fmla="*/ 6162311 h 6858000"/>
                <a:gd name="connsiteX207" fmla="*/ 9742221 w 12191999"/>
                <a:gd name="connsiteY207" fmla="*/ 6148023 h 6858000"/>
                <a:gd name="connsiteX208" fmla="*/ 9783497 w 12191999"/>
                <a:gd name="connsiteY208" fmla="*/ 6132148 h 6858000"/>
                <a:gd name="connsiteX209" fmla="*/ 9820009 w 12191999"/>
                <a:gd name="connsiteY209" fmla="*/ 6113098 h 6858000"/>
                <a:gd name="connsiteX210" fmla="*/ 9896209 w 12191999"/>
                <a:gd name="connsiteY210" fmla="*/ 6074998 h 6858000"/>
                <a:gd name="connsiteX211" fmla="*/ 9932721 w 12191999"/>
                <a:gd name="connsiteY211" fmla="*/ 6059123 h 6858000"/>
                <a:gd name="connsiteX212" fmla="*/ 9973997 w 12191999"/>
                <a:gd name="connsiteY212" fmla="*/ 6043248 h 6858000"/>
                <a:gd name="connsiteX213" fmla="*/ 10020033 w 12191999"/>
                <a:gd name="connsiteY213" fmla="*/ 6027373 h 6858000"/>
                <a:gd name="connsiteX214" fmla="*/ 10072421 w 12191999"/>
                <a:gd name="connsiteY214" fmla="*/ 6016261 h 6858000"/>
                <a:gd name="connsiteX215" fmla="*/ 10132747 w 12191999"/>
                <a:gd name="connsiteY215" fmla="*/ 6009911 h 6858000"/>
                <a:gd name="connsiteX216" fmla="*/ 10201009 w 12191999"/>
                <a:gd name="connsiteY216" fmla="*/ 6006736 h 6858000"/>
                <a:gd name="connsiteX217" fmla="*/ 10269271 w 12191999"/>
                <a:gd name="connsiteY217" fmla="*/ 6009911 h 6858000"/>
                <a:gd name="connsiteX218" fmla="*/ 10329597 w 12191999"/>
                <a:gd name="connsiteY218" fmla="*/ 6016261 h 6858000"/>
                <a:gd name="connsiteX219" fmla="*/ 10381983 w 12191999"/>
                <a:gd name="connsiteY219" fmla="*/ 6027373 h 6858000"/>
                <a:gd name="connsiteX220" fmla="*/ 10428021 w 12191999"/>
                <a:gd name="connsiteY220" fmla="*/ 6043248 h 6858000"/>
                <a:gd name="connsiteX221" fmla="*/ 10469297 w 12191999"/>
                <a:gd name="connsiteY221" fmla="*/ 6059123 h 6858000"/>
                <a:gd name="connsiteX222" fmla="*/ 10505809 w 12191999"/>
                <a:gd name="connsiteY222" fmla="*/ 6074998 h 6858000"/>
                <a:gd name="connsiteX223" fmla="*/ 10543909 w 12191999"/>
                <a:gd name="connsiteY223" fmla="*/ 6094048 h 6858000"/>
                <a:gd name="connsiteX224" fmla="*/ 10582009 w 12191999"/>
                <a:gd name="connsiteY224" fmla="*/ 6113098 h 6858000"/>
                <a:gd name="connsiteX225" fmla="*/ 10618521 w 12191999"/>
                <a:gd name="connsiteY225" fmla="*/ 6132148 h 6858000"/>
                <a:gd name="connsiteX226" fmla="*/ 10659797 w 12191999"/>
                <a:gd name="connsiteY226" fmla="*/ 6148023 h 6858000"/>
                <a:gd name="connsiteX227" fmla="*/ 10705833 w 12191999"/>
                <a:gd name="connsiteY227" fmla="*/ 6162311 h 6858000"/>
                <a:gd name="connsiteX228" fmla="*/ 10758221 w 12191999"/>
                <a:gd name="connsiteY228" fmla="*/ 6173423 h 6858000"/>
                <a:gd name="connsiteX229" fmla="*/ 10818547 w 12191999"/>
                <a:gd name="connsiteY229" fmla="*/ 6181361 h 6858000"/>
                <a:gd name="connsiteX230" fmla="*/ 10886809 w 12191999"/>
                <a:gd name="connsiteY230" fmla="*/ 6182948 h 6858000"/>
                <a:gd name="connsiteX231" fmla="*/ 10955071 w 12191999"/>
                <a:gd name="connsiteY231" fmla="*/ 6181361 h 6858000"/>
                <a:gd name="connsiteX232" fmla="*/ 11015397 w 12191999"/>
                <a:gd name="connsiteY232" fmla="*/ 6173423 h 6858000"/>
                <a:gd name="connsiteX233" fmla="*/ 11067783 w 12191999"/>
                <a:gd name="connsiteY233" fmla="*/ 6162311 h 6858000"/>
                <a:gd name="connsiteX234" fmla="*/ 11113821 w 12191999"/>
                <a:gd name="connsiteY234" fmla="*/ 6148023 h 6858000"/>
                <a:gd name="connsiteX235" fmla="*/ 11155097 w 12191999"/>
                <a:gd name="connsiteY235" fmla="*/ 6132148 h 6858000"/>
                <a:gd name="connsiteX236" fmla="*/ 11191609 w 12191999"/>
                <a:gd name="connsiteY236" fmla="*/ 6113098 h 6858000"/>
                <a:gd name="connsiteX237" fmla="*/ 11229709 w 12191999"/>
                <a:gd name="connsiteY237" fmla="*/ 6094048 h 6858000"/>
                <a:gd name="connsiteX238" fmla="*/ 11267809 w 12191999"/>
                <a:gd name="connsiteY238" fmla="*/ 6074998 h 6858000"/>
                <a:gd name="connsiteX239" fmla="*/ 11304321 w 12191999"/>
                <a:gd name="connsiteY239" fmla="*/ 6059123 h 6858000"/>
                <a:gd name="connsiteX240" fmla="*/ 11345597 w 12191999"/>
                <a:gd name="connsiteY240" fmla="*/ 6043248 h 6858000"/>
                <a:gd name="connsiteX241" fmla="*/ 11391633 w 12191999"/>
                <a:gd name="connsiteY241" fmla="*/ 6027373 h 6858000"/>
                <a:gd name="connsiteX242" fmla="*/ 11444021 w 12191999"/>
                <a:gd name="connsiteY242" fmla="*/ 6016261 h 6858000"/>
                <a:gd name="connsiteX243" fmla="*/ 11504347 w 12191999"/>
                <a:gd name="connsiteY243" fmla="*/ 6009911 h 6858000"/>
                <a:gd name="connsiteX244" fmla="*/ 11572609 w 12191999"/>
                <a:gd name="connsiteY244" fmla="*/ 6006736 h 6858000"/>
                <a:gd name="connsiteX245" fmla="*/ 11640871 w 12191999"/>
                <a:gd name="connsiteY245" fmla="*/ 6009911 h 6858000"/>
                <a:gd name="connsiteX246" fmla="*/ 11701197 w 12191999"/>
                <a:gd name="connsiteY246" fmla="*/ 6016261 h 6858000"/>
                <a:gd name="connsiteX247" fmla="*/ 11753583 w 12191999"/>
                <a:gd name="connsiteY247" fmla="*/ 6027373 h 6858000"/>
                <a:gd name="connsiteX248" fmla="*/ 11799621 w 12191999"/>
                <a:gd name="connsiteY248" fmla="*/ 6043248 h 6858000"/>
                <a:gd name="connsiteX249" fmla="*/ 11840897 w 12191999"/>
                <a:gd name="connsiteY249" fmla="*/ 6059123 h 6858000"/>
                <a:gd name="connsiteX250" fmla="*/ 11877409 w 12191999"/>
                <a:gd name="connsiteY250" fmla="*/ 6074998 h 6858000"/>
                <a:gd name="connsiteX251" fmla="*/ 11915509 w 12191999"/>
                <a:gd name="connsiteY251" fmla="*/ 6094048 h 6858000"/>
                <a:gd name="connsiteX252" fmla="*/ 11953609 w 12191999"/>
                <a:gd name="connsiteY252" fmla="*/ 6113098 h 6858000"/>
                <a:gd name="connsiteX253" fmla="*/ 11990121 w 12191999"/>
                <a:gd name="connsiteY253" fmla="*/ 6132148 h 6858000"/>
                <a:gd name="connsiteX254" fmla="*/ 12031397 w 12191999"/>
                <a:gd name="connsiteY254" fmla="*/ 6148023 h 6858000"/>
                <a:gd name="connsiteX255" fmla="*/ 12077433 w 12191999"/>
                <a:gd name="connsiteY255" fmla="*/ 6162311 h 6858000"/>
                <a:gd name="connsiteX256" fmla="*/ 12129821 w 12191999"/>
                <a:gd name="connsiteY256" fmla="*/ 6173424 h 6858000"/>
                <a:gd name="connsiteX257" fmla="*/ 12190147 w 12191999"/>
                <a:gd name="connsiteY257" fmla="*/ 6181361 h 6858000"/>
                <a:gd name="connsiteX258" fmla="*/ 12191997 w 12191999"/>
                <a:gd name="connsiteY258" fmla="*/ 6181404 h 6858000"/>
                <a:gd name="connsiteX259" fmla="*/ 12191997 w 12191999"/>
                <a:gd name="connsiteY259" fmla="*/ 6858000 h 6858000"/>
                <a:gd name="connsiteX260" fmla="*/ 1 w 12191999"/>
                <a:gd name="connsiteY260" fmla="*/ 6858000 h 6858000"/>
                <a:gd name="connsiteX261" fmla="*/ 1 w 12191999"/>
                <a:gd name="connsiteY261" fmla="*/ 6551875 h 6858000"/>
                <a:gd name="connsiteX262" fmla="*/ 0 w 12191999"/>
                <a:gd name="connsiteY262" fmla="*/ 655187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</a:cxnLst>
              <a:rect l="l" t="t" r="r" b="b"/>
              <a:pathLst>
                <a:path w="12191999" h="6858000">
                  <a:moveTo>
                    <a:pt x="12191997" y="0"/>
                  </a:moveTo>
                  <a:lnTo>
                    <a:pt x="12191999" y="0"/>
                  </a:lnTo>
                  <a:lnTo>
                    <a:pt x="12191999" y="6181404"/>
                  </a:lnTo>
                  <a:lnTo>
                    <a:pt x="12191997" y="6181404"/>
                  </a:lnTo>
                  <a:close/>
                  <a:moveTo>
                    <a:pt x="0" y="0"/>
                  </a:moveTo>
                  <a:lnTo>
                    <a:pt x="1" y="0"/>
                  </a:lnTo>
                  <a:lnTo>
                    <a:pt x="1" y="6181404"/>
                  </a:lnTo>
                  <a:lnTo>
                    <a:pt x="1853" y="6181361"/>
                  </a:lnTo>
                  <a:lnTo>
                    <a:pt x="62178" y="6173423"/>
                  </a:lnTo>
                  <a:lnTo>
                    <a:pt x="114565" y="6162311"/>
                  </a:lnTo>
                  <a:lnTo>
                    <a:pt x="160603" y="6148023"/>
                  </a:lnTo>
                  <a:lnTo>
                    <a:pt x="201878" y="6132148"/>
                  </a:lnTo>
                  <a:lnTo>
                    <a:pt x="238390" y="6113098"/>
                  </a:lnTo>
                  <a:lnTo>
                    <a:pt x="276490" y="6094048"/>
                  </a:lnTo>
                  <a:lnTo>
                    <a:pt x="314590" y="6074998"/>
                  </a:lnTo>
                  <a:lnTo>
                    <a:pt x="351103" y="6059123"/>
                  </a:lnTo>
                  <a:lnTo>
                    <a:pt x="392378" y="6043248"/>
                  </a:lnTo>
                  <a:lnTo>
                    <a:pt x="438415" y="6027373"/>
                  </a:lnTo>
                  <a:lnTo>
                    <a:pt x="490803" y="6016261"/>
                  </a:lnTo>
                  <a:lnTo>
                    <a:pt x="551128" y="6009911"/>
                  </a:lnTo>
                  <a:lnTo>
                    <a:pt x="619390" y="6006736"/>
                  </a:lnTo>
                  <a:lnTo>
                    <a:pt x="687653" y="6009911"/>
                  </a:lnTo>
                  <a:lnTo>
                    <a:pt x="747978" y="6016261"/>
                  </a:lnTo>
                  <a:lnTo>
                    <a:pt x="800365" y="6027373"/>
                  </a:lnTo>
                  <a:lnTo>
                    <a:pt x="846403" y="6043248"/>
                  </a:lnTo>
                  <a:lnTo>
                    <a:pt x="887678" y="6059123"/>
                  </a:lnTo>
                  <a:lnTo>
                    <a:pt x="924190" y="6074998"/>
                  </a:lnTo>
                  <a:lnTo>
                    <a:pt x="962290" y="6094048"/>
                  </a:lnTo>
                  <a:lnTo>
                    <a:pt x="1000390" y="6113098"/>
                  </a:lnTo>
                  <a:lnTo>
                    <a:pt x="1036903" y="6132148"/>
                  </a:lnTo>
                  <a:lnTo>
                    <a:pt x="1078178" y="6148023"/>
                  </a:lnTo>
                  <a:lnTo>
                    <a:pt x="1124215" y="6162311"/>
                  </a:lnTo>
                  <a:lnTo>
                    <a:pt x="1176603" y="6173423"/>
                  </a:lnTo>
                  <a:lnTo>
                    <a:pt x="1236928" y="6181361"/>
                  </a:lnTo>
                  <a:lnTo>
                    <a:pt x="1305190" y="6182948"/>
                  </a:lnTo>
                  <a:lnTo>
                    <a:pt x="1373453" y="6181361"/>
                  </a:lnTo>
                  <a:lnTo>
                    <a:pt x="1433778" y="6173423"/>
                  </a:lnTo>
                  <a:lnTo>
                    <a:pt x="1486165" y="6162311"/>
                  </a:lnTo>
                  <a:lnTo>
                    <a:pt x="1532203" y="6148023"/>
                  </a:lnTo>
                  <a:lnTo>
                    <a:pt x="1573478" y="6132148"/>
                  </a:lnTo>
                  <a:lnTo>
                    <a:pt x="1609990" y="6113098"/>
                  </a:lnTo>
                  <a:lnTo>
                    <a:pt x="1648090" y="6094048"/>
                  </a:lnTo>
                  <a:lnTo>
                    <a:pt x="1686190" y="6074998"/>
                  </a:lnTo>
                  <a:lnTo>
                    <a:pt x="1722703" y="6059123"/>
                  </a:lnTo>
                  <a:lnTo>
                    <a:pt x="1763978" y="6043248"/>
                  </a:lnTo>
                  <a:lnTo>
                    <a:pt x="1810015" y="6027373"/>
                  </a:lnTo>
                  <a:lnTo>
                    <a:pt x="1862403" y="6016261"/>
                  </a:lnTo>
                  <a:lnTo>
                    <a:pt x="1922728" y="6009911"/>
                  </a:lnTo>
                  <a:lnTo>
                    <a:pt x="1990990" y="6006736"/>
                  </a:lnTo>
                  <a:lnTo>
                    <a:pt x="2059253" y="6009911"/>
                  </a:lnTo>
                  <a:lnTo>
                    <a:pt x="2119578" y="6016261"/>
                  </a:lnTo>
                  <a:lnTo>
                    <a:pt x="2171965" y="6027373"/>
                  </a:lnTo>
                  <a:lnTo>
                    <a:pt x="2218003" y="6043248"/>
                  </a:lnTo>
                  <a:lnTo>
                    <a:pt x="2259278" y="6059123"/>
                  </a:lnTo>
                  <a:lnTo>
                    <a:pt x="2295790" y="6074998"/>
                  </a:lnTo>
                  <a:lnTo>
                    <a:pt x="2333890" y="6094048"/>
                  </a:lnTo>
                  <a:lnTo>
                    <a:pt x="2371990" y="6113098"/>
                  </a:lnTo>
                  <a:lnTo>
                    <a:pt x="2408503" y="6132148"/>
                  </a:lnTo>
                  <a:lnTo>
                    <a:pt x="2449778" y="6148023"/>
                  </a:lnTo>
                  <a:lnTo>
                    <a:pt x="2495815" y="6162311"/>
                  </a:lnTo>
                  <a:lnTo>
                    <a:pt x="2548203" y="6173423"/>
                  </a:lnTo>
                  <a:lnTo>
                    <a:pt x="2608528" y="6181361"/>
                  </a:lnTo>
                  <a:lnTo>
                    <a:pt x="2676790" y="6182948"/>
                  </a:lnTo>
                  <a:lnTo>
                    <a:pt x="2745053" y="6181361"/>
                  </a:lnTo>
                  <a:lnTo>
                    <a:pt x="2805378" y="6173423"/>
                  </a:lnTo>
                  <a:lnTo>
                    <a:pt x="2857765" y="6162311"/>
                  </a:lnTo>
                  <a:lnTo>
                    <a:pt x="2903803" y="6148023"/>
                  </a:lnTo>
                  <a:lnTo>
                    <a:pt x="2945078" y="6132148"/>
                  </a:lnTo>
                  <a:lnTo>
                    <a:pt x="2981590" y="6113098"/>
                  </a:lnTo>
                  <a:lnTo>
                    <a:pt x="3019690" y="6094048"/>
                  </a:lnTo>
                  <a:lnTo>
                    <a:pt x="3057790" y="6074998"/>
                  </a:lnTo>
                  <a:lnTo>
                    <a:pt x="3094303" y="6059123"/>
                  </a:lnTo>
                  <a:lnTo>
                    <a:pt x="3135578" y="6043248"/>
                  </a:lnTo>
                  <a:lnTo>
                    <a:pt x="3181615" y="6027373"/>
                  </a:lnTo>
                  <a:lnTo>
                    <a:pt x="3234003" y="6016261"/>
                  </a:lnTo>
                  <a:lnTo>
                    <a:pt x="3294328" y="6009911"/>
                  </a:lnTo>
                  <a:lnTo>
                    <a:pt x="3361003" y="6006736"/>
                  </a:lnTo>
                  <a:lnTo>
                    <a:pt x="3430853" y="6009911"/>
                  </a:lnTo>
                  <a:lnTo>
                    <a:pt x="3491178" y="6016261"/>
                  </a:lnTo>
                  <a:lnTo>
                    <a:pt x="3543565" y="6027373"/>
                  </a:lnTo>
                  <a:lnTo>
                    <a:pt x="3589603" y="6043248"/>
                  </a:lnTo>
                  <a:lnTo>
                    <a:pt x="3630878" y="6059123"/>
                  </a:lnTo>
                  <a:lnTo>
                    <a:pt x="3667390" y="6074998"/>
                  </a:lnTo>
                  <a:lnTo>
                    <a:pt x="3705490" y="6094048"/>
                  </a:lnTo>
                  <a:lnTo>
                    <a:pt x="3743590" y="6113098"/>
                  </a:lnTo>
                  <a:lnTo>
                    <a:pt x="3780103" y="6132148"/>
                  </a:lnTo>
                  <a:lnTo>
                    <a:pt x="3821378" y="6148023"/>
                  </a:lnTo>
                  <a:lnTo>
                    <a:pt x="3867415" y="6162311"/>
                  </a:lnTo>
                  <a:lnTo>
                    <a:pt x="3919803" y="6173423"/>
                  </a:lnTo>
                  <a:lnTo>
                    <a:pt x="3980128" y="6181361"/>
                  </a:lnTo>
                  <a:lnTo>
                    <a:pt x="4048390" y="6182948"/>
                  </a:lnTo>
                  <a:lnTo>
                    <a:pt x="4116653" y="6181361"/>
                  </a:lnTo>
                  <a:lnTo>
                    <a:pt x="4176978" y="6173423"/>
                  </a:lnTo>
                  <a:lnTo>
                    <a:pt x="4229365" y="6162311"/>
                  </a:lnTo>
                  <a:lnTo>
                    <a:pt x="4275403" y="6148023"/>
                  </a:lnTo>
                  <a:lnTo>
                    <a:pt x="4316678" y="6132148"/>
                  </a:lnTo>
                  <a:lnTo>
                    <a:pt x="4353190" y="6113098"/>
                  </a:lnTo>
                  <a:lnTo>
                    <a:pt x="4429390" y="6074998"/>
                  </a:lnTo>
                  <a:lnTo>
                    <a:pt x="4465903" y="6059123"/>
                  </a:lnTo>
                  <a:lnTo>
                    <a:pt x="4507178" y="6043248"/>
                  </a:lnTo>
                  <a:lnTo>
                    <a:pt x="4553217" y="6027373"/>
                  </a:lnTo>
                  <a:lnTo>
                    <a:pt x="4605603" y="6016261"/>
                  </a:lnTo>
                  <a:lnTo>
                    <a:pt x="4665929" y="6009911"/>
                  </a:lnTo>
                  <a:lnTo>
                    <a:pt x="4734190" y="6006736"/>
                  </a:lnTo>
                  <a:lnTo>
                    <a:pt x="4802454" y="6009911"/>
                  </a:lnTo>
                  <a:lnTo>
                    <a:pt x="4862778" y="6016261"/>
                  </a:lnTo>
                  <a:lnTo>
                    <a:pt x="4915166" y="6027373"/>
                  </a:lnTo>
                  <a:lnTo>
                    <a:pt x="4961203" y="6043248"/>
                  </a:lnTo>
                  <a:lnTo>
                    <a:pt x="5002479" y="6059123"/>
                  </a:lnTo>
                  <a:lnTo>
                    <a:pt x="5038990" y="6074998"/>
                  </a:lnTo>
                  <a:lnTo>
                    <a:pt x="5077092" y="6094048"/>
                  </a:lnTo>
                  <a:lnTo>
                    <a:pt x="5115191" y="6113098"/>
                  </a:lnTo>
                  <a:lnTo>
                    <a:pt x="5151703" y="6132148"/>
                  </a:lnTo>
                  <a:lnTo>
                    <a:pt x="5192979" y="6148023"/>
                  </a:lnTo>
                  <a:lnTo>
                    <a:pt x="5239015" y="6162311"/>
                  </a:lnTo>
                  <a:lnTo>
                    <a:pt x="5291402" y="6173423"/>
                  </a:lnTo>
                  <a:lnTo>
                    <a:pt x="5351728" y="6181361"/>
                  </a:lnTo>
                  <a:lnTo>
                    <a:pt x="5410200" y="6182721"/>
                  </a:lnTo>
                  <a:lnTo>
                    <a:pt x="5468672" y="6181361"/>
                  </a:lnTo>
                  <a:lnTo>
                    <a:pt x="5528997" y="6173423"/>
                  </a:lnTo>
                  <a:lnTo>
                    <a:pt x="5581384" y="6162311"/>
                  </a:lnTo>
                  <a:lnTo>
                    <a:pt x="5627422" y="6148023"/>
                  </a:lnTo>
                  <a:lnTo>
                    <a:pt x="5668697" y="6132148"/>
                  </a:lnTo>
                  <a:lnTo>
                    <a:pt x="5705211" y="6113098"/>
                  </a:lnTo>
                  <a:lnTo>
                    <a:pt x="5743309" y="6094048"/>
                  </a:lnTo>
                  <a:lnTo>
                    <a:pt x="5781409" y="6074998"/>
                  </a:lnTo>
                  <a:lnTo>
                    <a:pt x="5817922" y="6059123"/>
                  </a:lnTo>
                  <a:lnTo>
                    <a:pt x="5859197" y="6043248"/>
                  </a:lnTo>
                  <a:lnTo>
                    <a:pt x="5905235" y="6027373"/>
                  </a:lnTo>
                  <a:lnTo>
                    <a:pt x="5957622" y="6016261"/>
                  </a:lnTo>
                  <a:lnTo>
                    <a:pt x="6017949" y="6009911"/>
                  </a:lnTo>
                  <a:lnTo>
                    <a:pt x="6086211" y="6006736"/>
                  </a:lnTo>
                  <a:lnTo>
                    <a:pt x="6096000" y="6007191"/>
                  </a:lnTo>
                  <a:lnTo>
                    <a:pt x="6105790" y="6006736"/>
                  </a:lnTo>
                  <a:lnTo>
                    <a:pt x="6174053" y="6009911"/>
                  </a:lnTo>
                  <a:lnTo>
                    <a:pt x="6234378" y="6016261"/>
                  </a:lnTo>
                  <a:lnTo>
                    <a:pt x="6286765" y="6027373"/>
                  </a:lnTo>
                  <a:lnTo>
                    <a:pt x="6332803" y="6043248"/>
                  </a:lnTo>
                  <a:lnTo>
                    <a:pt x="6374078" y="6059123"/>
                  </a:lnTo>
                  <a:lnTo>
                    <a:pt x="6410590" y="6074998"/>
                  </a:lnTo>
                  <a:lnTo>
                    <a:pt x="6448690" y="6094048"/>
                  </a:lnTo>
                  <a:lnTo>
                    <a:pt x="6486790" y="6113098"/>
                  </a:lnTo>
                  <a:lnTo>
                    <a:pt x="6523303" y="6132148"/>
                  </a:lnTo>
                  <a:lnTo>
                    <a:pt x="6564578" y="6148023"/>
                  </a:lnTo>
                  <a:lnTo>
                    <a:pt x="6610615" y="6162311"/>
                  </a:lnTo>
                  <a:lnTo>
                    <a:pt x="6663003" y="6173423"/>
                  </a:lnTo>
                  <a:lnTo>
                    <a:pt x="6723328" y="6181361"/>
                  </a:lnTo>
                  <a:lnTo>
                    <a:pt x="6781800" y="6182721"/>
                  </a:lnTo>
                  <a:lnTo>
                    <a:pt x="6840272" y="6181361"/>
                  </a:lnTo>
                  <a:lnTo>
                    <a:pt x="6900597" y="6173423"/>
                  </a:lnTo>
                  <a:lnTo>
                    <a:pt x="6952984" y="6162311"/>
                  </a:lnTo>
                  <a:lnTo>
                    <a:pt x="6999022" y="6148023"/>
                  </a:lnTo>
                  <a:lnTo>
                    <a:pt x="7040297" y="6132148"/>
                  </a:lnTo>
                  <a:lnTo>
                    <a:pt x="7076809" y="6113098"/>
                  </a:lnTo>
                  <a:lnTo>
                    <a:pt x="7114909" y="6094048"/>
                  </a:lnTo>
                  <a:lnTo>
                    <a:pt x="7153009" y="6074998"/>
                  </a:lnTo>
                  <a:lnTo>
                    <a:pt x="7189522" y="6059123"/>
                  </a:lnTo>
                  <a:lnTo>
                    <a:pt x="7230797" y="6043248"/>
                  </a:lnTo>
                  <a:lnTo>
                    <a:pt x="7276834" y="6027373"/>
                  </a:lnTo>
                  <a:lnTo>
                    <a:pt x="7329222" y="6016261"/>
                  </a:lnTo>
                  <a:lnTo>
                    <a:pt x="7389547" y="6009911"/>
                  </a:lnTo>
                  <a:lnTo>
                    <a:pt x="7457809" y="6006736"/>
                  </a:lnTo>
                  <a:lnTo>
                    <a:pt x="7526072" y="6009911"/>
                  </a:lnTo>
                  <a:lnTo>
                    <a:pt x="7586397" y="6016261"/>
                  </a:lnTo>
                  <a:lnTo>
                    <a:pt x="7638784" y="6027373"/>
                  </a:lnTo>
                  <a:lnTo>
                    <a:pt x="7684822" y="6043248"/>
                  </a:lnTo>
                  <a:lnTo>
                    <a:pt x="7726097" y="6059123"/>
                  </a:lnTo>
                  <a:lnTo>
                    <a:pt x="7762609" y="6074998"/>
                  </a:lnTo>
                  <a:lnTo>
                    <a:pt x="7800709" y="6094048"/>
                  </a:lnTo>
                  <a:lnTo>
                    <a:pt x="7838809" y="6113098"/>
                  </a:lnTo>
                  <a:lnTo>
                    <a:pt x="7875322" y="6132148"/>
                  </a:lnTo>
                  <a:lnTo>
                    <a:pt x="7916597" y="6148023"/>
                  </a:lnTo>
                  <a:lnTo>
                    <a:pt x="7962634" y="6162311"/>
                  </a:lnTo>
                  <a:lnTo>
                    <a:pt x="8015022" y="6173423"/>
                  </a:lnTo>
                  <a:lnTo>
                    <a:pt x="8075347" y="6181361"/>
                  </a:lnTo>
                  <a:lnTo>
                    <a:pt x="8143609" y="6182948"/>
                  </a:lnTo>
                  <a:lnTo>
                    <a:pt x="8211872" y="6181361"/>
                  </a:lnTo>
                  <a:lnTo>
                    <a:pt x="8272197" y="6173423"/>
                  </a:lnTo>
                  <a:lnTo>
                    <a:pt x="8324584" y="6162311"/>
                  </a:lnTo>
                  <a:lnTo>
                    <a:pt x="8370622" y="6148023"/>
                  </a:lnTo>
                  <a:lnTo>
                    <a:pt x="8411897" y="6132148"/>
                  </a:lnTo>
                  <a:lnTo>
                    <a:pt x="8448409" y="6113098"/>
                  </a:lnTo>
                  <a:lnTo>
                    <a:pt x="8486509" y="6094048"/>
                  </a:lnTo>
                  <a:lnTo>
                    <a:pt x="8524609" y="6074998"/>
                  </a:lnTo>
                  <a:lnTo>
                    <a:pt x="8561121" y="6059123"/>
                  </a:lnTo>
                  <a:lnTo>
                    <a:pt x="8602397" y="6043248"/>
                  </a:lnTo>
                  <a:lnTo>
                    <a:pt x="8648433" y="6027373"/>
                  </a:lnTo>
                  <a:lnTo>
                    <a:pt x="8700821" y="6016261"/>
                  </a:lnTo>
                  <a:lnTo>
                    <a:pt x="8761147" y="6009911"/>
                  </a:lnTo>
                  <a:lnTo>
                    <a:pt x="8827821" y="6006736"/>
                  </a:lnTo>
                  <a:lnTo>
                    <a:pt x="8897671" y="6009911"/>
                  </a:lnTo>
                  <a:lnTo>
                    <a:pt x="8957997" y="6016261"/>
                  </a:lnTo>
                  <a:lnTo>
                    <a:pt x="9010383" y="6027373"/>
                  </a:lnTo>
                  <a:lnTo>
                    <a:pt x="9056421" y="6043248"/>
                  </a:lnTo>
                  <a:lnTo>
                    <a:pt x="9097697" y="6059123"/>
                  </a:lnTo>
                  <a:lnTo>
                    <a:pt x="9134209" y="6074998"/>
                  </a:lnTo>
                  <a:lnTo>
                    <a:pt x="9172309" y="6094048"/>
                  </a:lnTo>
                  <a:lnTo>
                    <a:pt x="9210409" y="6113098"/>
                  </a:lnTo>
                  <a:lnTo>
                    <a:pt x="9246921" y="6132148"/>
                  </a:lnTo>
                  <a:lnTo>
                    <a:pt x="9288197" y="6148023"/>
                  </a:lnTo>
                  <a:lnTo>
                    <a:pt x="9334233" y="6162311"/>
                  </a:lnTo>
                  <a:lnTo>
                    <a:pt x="9386621" y="6173423"/>
                  </a:lnTo>
                  <a:lnTo>
                    <a:pt x="9446947" y="6181361"/>
                  </a:lnTo>
                  <a:lnTo>
                    <a:pt x="9515209" y="6182948"/>
                  </a:lnTo>
                  <a:lnTo>
                    <a:pt x="9583471" y="6181361"/>
                  </a:lnTo>
                  <a:lnTo>
                    <a:pt x="9643797" y="6173423"/>
                  </a:lnTo>
                  <a:lnTo>
                    <a:pt x="9696183" y="6162311"/>
                  </a:lnTo>
                  <a:lnTo>
                    <a:pt x="9742221" y="6148023"/>
                  </a:lnTo>
                  <a:lnTo>
                    <a:pt x="9783497" y="6132148"/>
                  </a:lnTo>
                  <a:lnTo>
                    <a:pt x="9820009" y="6113098"/>
                  </a:lnTo>
                  <a:lnTo>
                    <a:pt x="9896209" y="6074998"/>
                  </a:lnTo>
                  <a:lnTo>
                    <a:pt x="9932721" y="6059123"/>
                  </a:lnTo>
                  <a:lnTo>
                    <a:pt x="9973997" y="6043248"/>
                  </a:lnTo>
                  <a:lnTo>
                    <a:pt x="10020033" y="6027373"/>
                  </a:lnTo>
                  <a:lnTo>
                    <a:pt x="10072421" y="6016261"/>
                  </a:lnTo>
                  <a:lnTo>
                    <a:pt x="10132747" y="6009911"/>
                  </a:lnTo>
                  <a:lnTo>
                    <a:pt x="10201009" y="6006736"/>
                  </a:lnTo>
                  <a:lnTo>
                    <a:pt x="10269271" y="6009911"/>
                  </a:lnTo>
                  <a:lnTo>
                    <a:pt x="10329597" y="6016261"/>
                  </a:lnTo>
                  <a:lnTo>
                    <a:pt x="10381983" y="6027373"/>
                  </a:lnTo>
                  <a:lnTo>
                    <a:pt x="10428021" y="6043248"/>
                  </a:lnTo>
                  <a:lnTo>
                    <a:pt x="10469297" y="6059123"/>
                  </a:lnTo>
                  <a:lnTo>
                    <a:pt x="10505809" y="6074998"/>
                  </a:lnTo>
                  <a:lnTo>
                    <a:pt x="10543909" y="6094048"/>
                  </a:lnTo>
                  <a:lnTo>
                    <a:pt x="10582009" y="6113098"/>
                  </a:lnTo>
                  <a:lnTo>
                    <a:pt x="10618521" y="6132148"/>
                  </a:lnTo>
                  <a:lnTo>
                    <a:pt x="10659797" y="6148023"/>
                  </a:lnTo>
                  <a:lnTo>
                    <a:pt x="10705833" y="6162311"/>
                  </a:lnTo>
                  <a:lnTo>
                    <a:pt x="10758221" y="6173423"/>
                  </a:lnTo>
                  <a:lnTo>
                    <a:pt x="10818547" y="6181361"/>
                  </a:lnTo>
                  <a:lnTo>
                    <a:pt x="10886809" y="6182948"/>
                  </a:lnTo>
                  <a:lnTo>
                    <a:pt x="10955071" y="6181361"/>
                  </a:lnTo>
                  <a:lnTo>
                    <a:pt x="11015397" y="6173423"/>
                  </a:lnTo>
                  <a:lnTo>
                    <a:pt x="11067783" y="6162311"/>
                  </a:lnTo>
                  <a:lnTo>
                    <a:pt x="11113821" y="6148023"/>
                  </a:lnTo>
                  <a:lnTo>
                    <a:pt x="11155097" y="6132148"/>
                  </a:lnTo>
                  <a:lnTo>
                    <a:pt x="11191609" y="6113098"/>
                  </a:lnTo>
                  <a:lnTo>
                    <a:pt x="11229709" y="6094048"/>
                  </a:lnTo>
                  <a:lnTo>
                    <a:pt x="11267809" y="6074998"/>
                  </a:lnTo>
                  <a:lnTo>
                    <a:pt x="11304321" y="6059123"/>
                  </a:lnTo>
                  <a:lnTo>
                    <a:pt x="11345597" y="6043248"/>
                  </a:lnTo>
                  <a:lnTo>
                    <a:pt x="11391633" y="6027373"/>
                  </a:lnTo>
                  <a:lnTo>
                    <a:pt x="11444021" y="6016261"/>
                  </a:lnTo>
                  <a:lnTo>
                    <a:pt x="11504347" y="6009911"/>
                  </a:lnTo>
                  <a:lnTo>
                    <a:pt x="11572609" y="6006736"/>
                  </a:lnTo>
                  <a:lnTo>
                    <a:pt x="11640871" y="6009911"/>
                  </a:lnTo>
                  <a:lnTo>
                    <a:pt x="11701197" y="6016261"/>
                  </a:lnTo>
                  <a:lnTo>
                    <a:pt x="11753583" y="6027373"/>
                  </a:lnTo>
                  <a:lnTo>
                    <a:pt x="11799621" y="6043248"/>
                  </a:lnTo>
                  <a:lnTo>
                    <a:pt x="11840897" y="6059123"/>
                  </a:lnTo>
                  <a:lnTo>
                    <a:pt x="11877409" y="6074998"/>
                  </a:lnTo>
                  <a:lnTo>
                    <a:pt x="11915509" y="6094048"/>
                  </a:lnTo>
                  <a:lnTo>
                    <a:pt x="11953609" y="6113098"/>
                  </a:lnTo>
                  <a:lnTo>
                    <a:pt x="11990121" y="6132148"/>
                  </a:lnTo>
                  <a:lnTo>
                    <a:pt x="12031397" y="6148023"/>
                  </a:lnTo>
                  <a:lnTo>
                    <a:pt x="12077433" y="6162311"/>
                  </a:lnTo>
                  <a:lnTo>
                    <a:pt x="12129821" y="6173424"/>
                  </a:lnTo>
                  <a:lnTo>
                    <a:pt x="12190147" y="6181361"/>
                  </a:lnTo>
                  <a:lnTo>
                    <a:pt x="12191997" y="6181404"/>
                  </a:lnTo>
                  <a:lnTo>
                    <a:pt x="12191997" y="6858000"/>
                  </a:lnTo>
                  <a:lnTo>
                    <a:pt x="1" y="6858000"/>
                  </a:lnTo>
                  <a:lnTo>
                    <a:pt x="1" y="6551875"/>
                  </a:lnTo>
                  <a:lnTo>
                    <a:pt x="0" y="6551875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algn="ctr" defTabSz="45720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E72E31-EC2E-1145-A5C0-894BB772B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6" y="662400"/>
            <a:ext cx="10668004" cy="11132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br>
              <a:rPr lang="en-US"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Visit with Us</a:t>
            </a:r>
            <a:br>
              <a:rPr lang="en-US"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Travel Package Predictions</a:t>
            </a:r>
            <a:br>
              <a:rPr lang="en-US" sz="1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submitted:  2021-05-06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F372CB-A68A-D549-ADAD-D7219798BA40}"/>
              </a:ext>
            </a:extLst>
          </p:cNvPr>
          <p:cNvGrpSpPr>
            <a:grpSpLocks noChangeAspect="1"/>
          </p:cNvGrpSpPr>
          <p:nvPr/>
        </p:nvGrpSpPr>
        <p:grpSpPr>
          <a:xfrm>
            <a:off x="761995" y="2582031"/>
            <a:ext cx="10663241" cy="2606681"/>
            <a:chOff x="536243" y="4342546"/>
            <a:chExt cx="10817556" cy="2363055"/>
          </a:xfrm>
        </p:grpSpPr>
        <p:pic>
          <p:nvPicPr>
            <p:cNvPr id="5" name="Picture 4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A6F9691F-8340-C044-BDC0-6C4F7F8BC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4984" y="4342547"/>
              <a:ext cx="6568815" cy="2363054"/>
            </a:xfrm>
            <a:prstGeom prst="rect">
              <a:avLst/>
            </a:prstGeom>
          </p:spPr>
        </p:pic>
        <p:pic>
          <p:nvPicPr>
            <p:cNvPr id="6" name="Picture 5" descr="A picture containing person, person, wall, indoor&#10;&#10;Description automatically generated">
              <a:extLst>
                <a:ext uri="{FF2B5EF4-FFF2-40B4-BE49-F238E27FC236}">
                  <a16:creationId xmlns:a16="http://schemas.microsoft.com/office/drawing/2014/main" id="{A78D7B68-FA01-734B-9435-5112615D1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243" y="4342546"/>
              <a:ext cx="4282860" cy="23630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5222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B2AEB-5552-7341-9A5B-81639D24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3CEAB-4255-CE45-9C64-40BD908BD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Analyze the customers' data and information to provide recommendations to the Policy Maker and Marketing Team to improve the yield from the next marketing campaign while improving the costs.</a:t>
            </a:r>
          </a:p>
          <a:p>
            <a:r>
              <a:rPr lang="en-US" sz="2000" dirty="0"/>
              <a:t>Build a model to predict the potential customer who is going to purchase the newly introduced travel package for Wellness Tourism.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54609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18">
            <a:extLst>
              <a:ext uri="{FF2B5EF4-FFF2-40B4-BE49-F238E27FC236}">
                <a16:creationId xmlns:a16="http://schemas.microsoft.com/office/drawing/2014/main" id="{D9415849-EBF1-4872-BB32-ED3F9CFE2D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b="127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B33879-3E6B-764C-B19B-D47B5F70A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Background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C351FD-7DDE-44FB-9586-FA036D3941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20584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92998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9E0E1-A59B-954A-870B-13B5649A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Features: Customer Details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8C0BD696-ED41-CC45-91FE-8AC474E56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833"/>
            <a:ext cx="5096934" cy="41661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/>
              <a:t>CustomerID</a:t>
            </a:r>
            <a:r>
              <a:rPr lang="en-US" sz="2000"/>
              <a:t>: Unique customer ID</a:t>
            </a:r>
          </a:p>
          <a:p>
            <a:r>
              <a:rPr lang="en-US" sz="2000" b="1"/>
              <a:t>ProdTaken</a:t>
            </a:r>
            <a:r>
              <a:rPr lang="en-US" sz="2000"/>
              <a:t>: Product taken flag </a:t>
            </a:r>
            <a:r>
              <a:rPr lang="en-US" sz="2000" b="1"/>
              <a:t>(predictor)</a:t>
            </a:r>
          </a:p>
          <a:p>
            <a:r>
              <a:rPr lang="en-US" sz="2000" b="1"/>
              <a:t>Age</a:t>
            </a:r>
            <a:r>
              <a:rPr lang="en-US" sz="2000"/>
              <a:t>: Age of customer</a:t>
            </a:r>
          </a:p>
          <a:p>
            <a:r>
              <a:rPr lang="en-US" sz="2000" b="1"/>
              <a:t>TypeofContact</a:t>
            </a:r>
            <a:r>
              <a:rPr lang="en-US" sz="2000"/>
              <a:t>: How customer was contacted (Company Invited or Self Inquiry)</a:t>
            </a:r>
          </a:p>
          <a:p>
            <a:r>
              <a:rPr lang="en-US" sz="2000" b="1"/>
              <a:t>CityTier</a:t>
            </a:r>
            <a:r>
              <a:rPr lang="en-US" sz="2000"/>
              <a:t>: City tier</a:t>
            </a:r>
          </a:p>
          <a:p>
            <a:r>
              <a:rPr lang="en-US" sz="2000" b="1"/>
              <a:t>Occupation</a:t>
            </a:r>
            <a:r>
              <a:rPr lang="en-US" sz="2000"/>
              <a:t>: Occupation of customer</a:t>
            </a:r>
          </a:p>
          <a:p>
            <a:r>
              <a:rPr lang="en-US" sz="2000" b="1"/>
              <a:t>Gender</a:t>
            </a:r>
            <a:r>
              <a:rPr lang="en-US" sz="2000"/>
              <a:t>: Gender of customer</a:t>
            </a:r>
          </a:p>
          <a:p>
            <a:r>
              <a:rPr lang="en-US" sz="2000" b="1"/>
              <a:t>NumberOfPersonVisited</a:t>
            </a:r>
            <a:r>
              <a:rPr lang="en-US" sz="2000"/>
              <a:t>: Total number of person came with customer</a:t>
            </a:r>
          </a:p>
          <a:p>
            <a:endParaRPr lang="en-US" sz="20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F6D376-47FB-8545-B8C5-E40AD53520E9}"/>
              </a:ext>
            </a:extLst>
          </p:cNvPr>
          <p:cNvSpPr txBox="1">
            <a:spLocks/>
          </p:cNvSpPr>
          <p:nvPr/>
        </p:nvSpPr>
        <p:spPr>
          <a:xfrm>
            <a:off x="6256866" y="2010833"/>
            <a:ext cx="5096933" cy="4166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/>
              <a:t>PreferredPropertyStar</a:t>
            </a:r>
            <a:r>
              <a:rPr lang="en-US" sz="1700"/>
              <a:t>: Preferred hotel property rating by customer</a:t>
            </a:r>
          </a:p>
          <a:p>
            <a:r>
              <a:rPr lang="en-US" sz="1700" b="1"/>
              <a:t>MaritalStatus</a:t>
            </a:r>
            <a:r>
              <a:rPr lang="en-US" sz="1700"/>
              <a:t>: Marital status of customer</a:t>
            </a:r>
          </a:p>
          <a:p>
            <a:r>
              <a:rPr lang="en-US" sz="1700" b="1"/>
              <a:t>NumberOfTrips</a:t>
            </a:r>
            <a:r>
              <a:rPr lang="en-US" sz="1700"/>
              <a:t>: Average number of the trip in a year by customer</a:t>
            </a:r>
          </a:p>
          <a:p>
            <a:r>
              <a:rPr lang="en-US" sz="1700" b="1"/>
              <a:t>Passport</a:t>
            </a:r>
            <a:r>
              <a:rPr lang="en-US" sz="1700"/>
              <a:t>: The customer has passport or not</a:t>
            </a:r>
          </a:p>
          <a:p>
            <a:r>
              <a:rPr lang="en-US" sz="1700" b="1"/>
              <a:t>OwnCar</a:t>
            </a:r>
            <a:r>
              <a:rPr lang="en-US" sz="1700"/>
              <a:t>: Customers owns a car flag</a:t>
            </a:r>
          </a:p>
          <a:p>
            <a:r>
              <a:rPr lang="en-US" sz="1700" b="1"/>
              <a:t>NumberOfChildrenVisited</a:t>
            </a:r>
            <a:r>
              <a:rPr lang="en-US" sz="1700"/>
              <a:t>: Total number of children visit with customer</a:t>
            </a:r>
          </a:p>
          <a:p>
            <a:r>
              <a:rPr lang="en-US" sz="1700" b="1"/>
              <a:t>Designation</a:t>
            </a:r>
            <a:r>
              <a:rPr lang="en-US" sz="1700"/>
              <a:t>: Designation of the customer in the current organization</a:t>
            </a:r>
          </a:p>
          <a:p>
            <a:r>
              <a:rPr lang="en-US" sz="1700" b="1"/>
              <a:t>MonthlyIncome</a:t>
            </a:r>
            <a:r>
              <a:rPr lang="en-US" sz="1700"/>
              <a:t>: Gross monthly income of the customer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27978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F8DE1-7921-7643-BF11-31B470A3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600" kern="1200">
                <a:latin typeface="+mj-lt"/>
                <a:ea typeface="+mj-ea"/>
                <a:cs typeface="+mj-cs"/>
              </a:rPr>
              <a:t>Features:</a:t>
            </a:r>
            <a:br>
              <a:rPr lang="en-US" sz="3600" kern="1200">
                <a:latin typeface="+mj-lt"/>
                <a:ea typeface="+mj-ea"/>
                <a:cs typeface="+mj-cs"/>
              </a:rPr>
            </a:br>
            <a:r>
              <a:rPr lang="en-US" sz="3600" kern="1200">
                <a:latin typeface="+mj-lt"/>
                <a:ea typeface="+mj-ea"/>
                <a:cs typeface="+mj-cs"/>
              </a:rPr>
              <a:t>Customer Interaction Data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C4EE1EB-1D72-481E-A500-86D9B2A4DD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296011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488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605494DE-B078-4D87-BB01-C8432061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A0576B0-CD8C-4661-95C8-A9F2CE7CD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4724288" cy="6861324"/>
          </a:xfrm>
          <a:prstGeom prst="rect">
            <a:avLst/>
          </a:prstGeom>
          <a:solidFill>
            <a:srgbClr val="000000">
              <a:alpha val="803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FF60E2B-3919-423C-B1FF-56CDE668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19042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9ABEC-D20F-114F-947D-841014E6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122363"/>
            <a:ext cx="330813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Customer Profile</a:t>
            </a:r>
          </a:p>
        </p:txBody>
      </p:sp>
      <p:pic>
        <p:nvPicPr>
          <p:cNvPr id="2050" name="Picture 2" descr="Customer Cartoon Png - Consumer Perception Png PNG Image | Transparent PNG  Free Download on SeekPNG">
            <a:extLst>
              <a:ext uri="{FF2B5EF4-FFF2-40B4-BE49-F238E27FC236}">
                <a16:creationId xmlns:a16="http://schemas.microsoft.com/office/drawing/2014/main" id="{52E162D8-3262-4B4A-B6BE-98DD7A36B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0996" y="1295739"/>
            <a:ext cx="6274296" cy="426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81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ustomer Cartoon Png - Consumer Perception Png PNG Image | Transparent PNG  Free Download on SeekPNG">
            <a:extLst>
              <a:ext uri="{FF2B5EF4-FFF2-40B4-BE49-F238E27FC236}">
                <a16:creationId xmlns:a16="http://schemas.microsoft.com/office/drawing/2014/main" id="{E874DABD-B3D7-EA4F-A2EF-FF96499DE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276" y="4553149"/>
            <a:ext cx="2558608" cy="173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CEB0CE-1C9B-5845-94FE-C47B4A0825D0}"/>
              </a:ext>
            </a:extLst>
          </p:cNvPr>
          <p:cNvSpPr txBox="1"/>
          <p:nvPr/>
        </p:nvSpPr>
        <p:spPr>
          <a:xfrm>
            <a:off x="404876" y="234466"/>
            <a:ext cx="219456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Demographics</a:t>
            </a:r>
          </a:p>
          <a:p>
            <a:endParaRPr lang="en-US" b="1" dirty="0"/>
          </a:p>
          <a:p>
            <a:r>
              <a:rPr lang="en-US" b="1" dirty="0"/>
              <a:t>Age: </a:t>
            </a:r>
            <a:r>
              <a:rPr lang="en-US" dirty="0"/>
              <a:t>38 </a:t>
            </a:r>
            <a:r>
              <a:rPr lang="en-US" dirty="0" err="1"/>
              <a:t>yrs</a:t>
            </a:r>
            <a:r>
              <a:rPr lang="en-US" dirty="0"/>
              <a:t> (avg)</a:t>
            </a:r>
          </a:p>
          <a:p>
            <a:r>
              <a:rPr lang="en-US" b="1" dirty="0"/>
              <a:t>Gender: </a:t>
            </a:r>
            <a:r>
              <a:rPr lang="en-US" dirty="0"/>
              <a:t>Male (60%)</a:t>
            </a:r>
          </a:p>
          <a:p>
            <a:r>
              <a:rPr lang="en-US" b="1" dirty="0"/>
              <a:t>Marital Status: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38% Single / Divorced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14% Unmarried</a:t>
            </a:r>
          </a:p>
          <a:p>
            <a:r>
              <a:rPr lang="en-US" b="1" dirty="0"/>
              <a:t>Location: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65% - Tier 1 Cities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31% - Tier 3 Cities</a:t>
            </a:r>
          </a:p>
          <a:p>
            <a:r>
              <a:rPr lang="en-US" b="1" dirty="0"/>
              <a:t>Occupation: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49% salaried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42.6% SBO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8.8% LBO</a:t>
            </a:r>
          </a:p>
          <a:p>
            <a:r>
              <a:rPr lang="en-US" b="1" dirty="0"/>
              <a:t>Positions Held: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50% Execs, no ICs</a:t>
            </a:r>
          </a:p>
          <a:p>
            <a:r>
              <a:rPr lang="en-US" b="1" dirty="0"/>
              <a:t>Income: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$283K per annum</a:t>
            </a:r>
          </a:p>
          <a:p>
            <a:r>
              <a:rPr lang="en-US" b="1" dirty="0"/>
              <a:t>Car Ownership: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62% own</a:t>
            </a:r>
          </a:p>
          <a:p>
            <a:r>
              <a:rPr lang="en-US" b="1" dirty="0"/>
              <a:t>Passport Holders: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29%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CFDB8-03D3-A249-B5A2-085C267F2D31}"/>
              </a:ext>
            </a:extLst>
          </p:cNvPr>
          <p:cNvSpPr txBox="1"/>
          <p:nvPr/>
        </p:nvSpPr>
        <p:spPr>
          <a:xfrm>
            <a:off x="3162300" y="234466"/>
            <a:ext cx="219456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Preferences</a:t>
            </a:r>
          </a:p>
          <a:p>
            <a:endParaRPr lang="en-US" b="1" dirty="0"/>
          </a:p>
          <a:p>
            <a:r>
              <a:rPr lang="en-US" b="1" dirty="0"/>
              <a:t>Property Type:</a:t>
            </a:r>
          </a:p>
          <a:p>
            <a:r>
              <a:rPr lang="en-US" dirty="0"/>
              <a:t>3-5 stars</a:t>
            </a:r>
          </a:p>
          <a:p>
            <a:r>
              <a:rPr lang="en-US" dirty="0"/>
              <a:t>62% - 3 stars</a:t>
            </a:r>
          </a:p>
          <a:p>
            <a:r>
              <a:rPr lang="en-US" b="1" dirty="0"/>
              <a:t>Travel Party Size:</a:t>
            </a:r>
          </a:p>
          <a:p>
            <a:r>
              <a:rPr lang="en-US" dirty="0"/>
              <a:t>1-5 people</a:t>
            </a:r>
          </a:p>
          <a:p>
            <a:r>
              <a:rPr lang="en-US" dirty="0"/>
              <a:t>3 people (50%)</a:t>
            </a:r>
          </a:p>
          <a:p>
            <a:r>
              <a:rPr lang="en-US" b="1" dirty="0"/>
              <a:t>Traveling with Kids: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50% travel with a single child under 5 </a:t>
            </a:r>
            <a:r>
              <a:rPr lang="en-US" dirty="0" err="1"/>
              <a:t>yrs</a:t>
            </a:r>
            <a:r>
              <a:rPr lang="en-US" dirty="0"/>
              <a:t> old</a:t>
            </a:r>
          </a:p>
          <a:p>
            <a:r>
              <a:rPr lang="en-US" b="1" dirty="0"/>
              <a:t>Trips per Year: </a:t>
            </a:r>
            <a:r>
              <a:rPr lang="en-US" dirty="0"/>
              <a:t>3.23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06D58D-D1E1-9A4F-88A5-5EEE0483C8DF}"/>
              </a:ext>
            </a:extLst>
          </p:cNvPr>
          <p:cNvSpPr txBox="1"/>
          <p:nvPr/>
        </p:nvSpPr>
        <p:spPr>
          <a:xfrm>
            <a:off x="5845556" y="234466"/>
            <a:ext cx="272643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Other Factors</a:t>
            </a:r>
          </a:p>
          <a:p>
            <a:endParaRPr lang="en-US" b="1" dirty="0"/>
          </a:p>
          <a:p>
            <a:r>
              <a:rPr lang="en-US" b="1" dirty="0"/>
              <a:t>First Contact:</a:t>
            </a:r>
          </a:p>
          <a:p>
            <a:r>
              <a:rPr lang="en-US" dirty="0"/>
              <a:t>Self Inquiry</a:t>
            </a:r>
          </a:p>
          <a:p>
            <a:r>
              <a:rPr lang="en-US" b="1" dirty="0"/>
              <a:t>Travel Party Size:</a:t>
            </a:r>
          </a:p>
          <a:p>
            <a:r>
              <a:rPr lang="en-US" dirty="0"/>
              <a:t>1-5 people</a:t>
            </a:r>
          </a:p>
          <a:p>
            <a:r>
              <a:rPr lang="en-US" dirty="0"/>
              <a:t>3 people (50%)</a:t>
            </a:r>
          </a:p>
          <a:p>
            <a:r>
              <a:rPr lang="en-US" b="1" dirty="0"/>
              <a:t>Traveling with Kids: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50% travel with a single child under 5 </a:t>
            </a:r>
            <a:r>
              <a:rPr lang="en-US" dirty="0" err="1"/>
              <a:t>yrs</a:t>
            </a:r>
            <a:r>
              <a:rPr lang="en-US" dirty="0"/>
              <a:t> old</a:t>
            </a:r>
          </a:p>
          <a:p>
            <a:r>
              <a:rPr lang="en-US" b="1" dirty="0"/>
              <a:t>Trips per Year: </a:t>
            </a:r>
            <a:r>
              <a:rPr lang="en-US" dirty="0"/>
              <a:t>3.23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19959-D06A-0242-BC4D-A900F148FC5E}"/>
              </a:ext>
            </a:extLst>
          </p:cNvPr>
          <p:cNvSpPr txBox="1"/>
          <p:nvPr/>
        </p:nvSpPr>
        <p:spPr>
          <a:xfrm>
            <a:off x="8878664" y="231188"/>
            <a:ext cx="2726436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Buying Behavior</a:t>
            </a:r>
          </a:p>
          <a:p>
            <a:endParaRPr lang="en-US" dirty="0"/>
          </a:p>
          <a:p>
            <a:r>
              <a:rPr lang="en-US" dirty="0"/>
              <a:t>No influence to attach rate for Travel Packages: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Contact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Children &lt; 5yrs Traveling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Factors with influence: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35 %  of Single (incl. Unmarried) buy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35% with Passports buy (2x more than non-holders)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end Properties have higher attach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Executives buy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 business owners buy the most (25%)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30% pitched the Basic/Standard buy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F7D1B-A01E-D741-ACC9-F9A78B1F171C}"/>
              </a:ext>
            </a:extLst>
          </p:cNvPr>
          <p:cNvSpPr txBox="1"/>
          <p:nvPr/>
        </p:nvSpPr>
        <p:spPr>
          <a:xfrm>
            <a:off x="5845556" y="3429000"/>
            <a:ext cx="27264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Sales Motion</a:t>
            </a:r>
          </a:p>
          <a:p>
            <a:endParaRPr lang="en-US" b="1" dirty="0"/>
          </a:p>
          <a:p>
            <a:r>
              <a:rPr lang="en-US" b="1" dirty="0"/>
              <a:t>Sales Pitch:</a:t>
            </a:r>
          </a:p>
          <a:p>
            <a:r>
              <a:rPr lang="en-US" dirty="0"/>
              <a:t>15.5 minutes – avg.</a:t>
            </a:r>
          </a:p>
          <a:p>
            <a:r>
              <a:rPr lang="en-US" b="1" dirty="0"/>
              <a:t>Sales Touch:</a:t>
            </a:r>
          </a:p>
          <a:p>
            <a:r>
              <a:rPr lang="en-US" dirty="0"/>
              <a:t>3.7 times – avg.</a:t>
            </a:r>
          </a:p>
          <a:p>
            <a:r>
              <a:rPr lang="en-US" b="1" dirty="0"/>
              <a:t>Sales </a:t>
            </a:r>
            <a:r>
              <a:rPr lang="en-US" b="1" dirty="0" err="1"/>
              <a:t>Ptich</a:t>
            </a:r>
            <a:r>
              <a:rPr lang="en-US" b="1" dirty="0"/>
              <a:t> Satisfaction:</a:t>
            </a:r>
          </a:p>
          <a:p>
            <a:r>
              <a:rPr lang="en-US" dirty="0"/>
              <a:t>3 out of 5</a:t>
            </a:r>
          </a:p>
          <a:p>
            <a:r>
              <a:rPr lang="en-US" b="1" dirty="0"/>
              <a:t>Products Pitched:</a:t>
            </a:r>
          </a:p>
          <a:p>
            <a:r>
              <a:rPr lang="en-US" dirty="0"/>
              <a:t>53% - standard /basic</a:t>
            </a:r>
          </a:p>
          <a:p>
            <a:r>
              <a:rPr lang="en-US" dirty="0"/>
              <a:t>35% - deluxe</a:t>
            </a:r>
          </a:p>
          <a:p>
            <a:r>
              <a:rPr lang="en-US" dirty="0"/>
              <a:t>12% - king/super deluxe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79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9ABEC-D20F-114F-947D-841014E6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Prediction Model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2482109-BFE9-AA4A-8287-CB7A2644D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17819"/>
            <a:ext cx="90296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300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EA6A0-F7EB-BC4F-8D7D-EBCC2B93C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82600"/>
            <a:ext cx="12192000" cy="554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02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2E31-EC2E-1145-A5C0-894BB772B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6" y="662400"/>
            <a:ext cx="10668004" cy="11132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br>
              <a:rPr lang="en-US"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Visit with Us</a:t>
            </a:r>
            <a:br>
              <a:rPr lang="en-US"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Travel Package Predictions</a:t>
            </a:r>
            <a:br>
              <a:rPr lang="en-US" sz="1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submitted:  2021-05-06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F372CB-A68A-D549-ADAD-D7219798BA40}"/>
              </a:ext>
            </a:extLst>
          </p:cNvPr>
          <p:cNvGrpSpPr>
            <a:grpSpLocks noChangeAspect="1"/>
          </p:cNvGrpSpPr>
          <p:nvPr/>
        </p:nvGrpSpPr>
        <p:grpSpPr>
          <a:xfrm>
            <a:off x="761995" y="2582031"/>
            <a:ext cx="10663241" cy="2606681"/>
            <a:chOff x="536243" y="4342546"/>
            <a:chExt cx="10817556" cy="2363055"/>
          </a:xfrm>
        </p:grpSpPr>
        <p:pic>
          <p:nvPicPr>
            <p:cNvPr id="5" name="Picture 4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A6F9691F-8340-C044-BDC0-6C4F7F8BC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4984" y="4342547"/>
              <a:ext cx="6568815" cy="2363054"/>
            </a:xfrm>
            <a:prstGeom prst="rect">
              <a:avLst/>
            </a:prstGeom>
          </p:spPr>
        </p:pic>
        <p:pic>
          <p:nvPicPr>
            <p:cNvPr id="6" name="Picture 5" descr="A picture containing person, person, wall, indoor&#10;&#10;Description automatically generated">
              <a:extLst>
                <a:ext uri="{FF2B5EF4-FFF2-40B4-BE49-F238E27FC236}">
                  <a16:creationId xmlns:a16="http://schemas.microsoft.com/office/drawing/2014/main" id="{A78D7B68-FA01-734B-9435-5112615D1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243" y="4342546"/>
              <a:ext cx="4282860" cy="23630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1506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695</Words>
  <Application>Microsoft Macintosh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 Visit with Us Travel Package Predictions submitted:  2021-05-06</vt:lpstr>
      <vt:lpstr>Objective</vt:lpstr>
      <vt:lpstr>Background</vt:lpstr>
      <vt:lpstr>Features: Customer Details</vt:lpstr>
      <vt:lpstr>Features: Customer Interaction Data</vt:lpstr>
      <vt:lpstr>Customer Profile</vt:lpstr>
      <vt:lpstr>PowerPoint Presentation</vt:lpstr>
      <vt:lpstr>Prediction Model</vt:lpstr>
      <vt:lpstr>PowerPoint Presentation</vt:lpstr>
      <vt:lpstr> Visit with Us Travel Package Predictions submitted:  2021-05-06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Cars4U Project</dc:title>
  <dc:creator>Cameron Presley</dc:creator>
  <cp:lastModifiedBy>Cameron Presley</cp:lastModifiedBy>
  <cp:revision>75</cp:revision>
  <cp:lastPrinted>2021-05-07T07:03:02Z</cp:lastPrinted>
  <dcterms:created xsi:type="dcterms:W3CDTF">2021-03-21T08:03:15Z</dcterms:created>
  <dcterms:modified xsi:type="dcterms:W3CDTF">2021-05-07T07:03:09Z</dcterms:modified>
</cp:coreProperties>
</file>